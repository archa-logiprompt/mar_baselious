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1" r:id="rId25"/>
    <p:sldId id="282" r:id="rId26"/>
    <p:sldId id="283" r:id="rId27"/>
    <p:sldId id="279" r:id="rId28"/>
  </p:sldIdLst>
  <p:sldSz type="screen4x3" cy="6858000" cx="9144000"/>
  <p:notesSz cx="6858000" cy="9144000"/>
  <p:defaultText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987" autoAdjust="0"/>
    <p:restoredTop sz="94660"/>
  </p:normalViewPr>
  <p:slideViewPr>
    <p:cSldViewPr snapToGrid="0">
      <p:cViewPr varScale="1">
        <p:scale>
          <a:sx n="116" d="100"/>
          <a:sy n="116" d="100"/>
        </p:scale>
        <p:origin x="1446" y="10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tableStyles" Target="tableStyles.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71" name=""/>
        <p:cNvGrpSpPr/>
        <p:nvPr/>
      </p:nvGrpSpPr>
      <p:grpSpPr>
        <a:xfrm>
          <a:off x="0" y="0"/>
          <a:ext cx="0" cy="0"/>
          <a:chOff x="0" y="0"/>
          <a:chExt cx="0" cy="0"/>
        </a:xfrm>
      </p:grpSpPr>
      <p:sp>
        <p:nvSpPr>
          <p:cNvPr id="1048667"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68"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69"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70"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71"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72"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63" name=""/>
        <p:cNvGrpSpPr/>
        <p:nvPr/>
      </p:nvGrpSpPr>
      <p:grpSpPr>
        <a:xfrm>
          <a:off x="0" y="0"/>
          <a:ext cx="0" cy="0"/>
          <a:chOff x="0" y="0"/>
          <a:chExt cx="0" cy="0"/>
        </a:xfrm>
      </p:grpSpPr>
      <p:sp>
        <p:nvSpPr>
          <p:cNvPr id="1048623" name="Title 1"/>
          <p:cNvSpPr>
            <a:spLocks noGrp="1"/>
          </p:cNvSpPr>
          <p:nvPr>
            <p:ph type="ctrTitle"/>
          </p:nvPr>
        </p:nvSpPr>
        <p:spPr>
          <a:xfrm>
            <a:off x="685800" y="1122363"/>
            <a:ext cx="7772400" cy="2387600"/>
          </a:xfrm>
        </p:spPr>
        <p:txBody>
          <a:bodyPr anchor="b"/>
          <a:lstStyle>
            <a:lvl1pPr algn="ctr">
              <a:defRPr sz="6000"/>
            </a:lvl1pPr>
          </a:lstStyle>
          <a:p>
            <a:r>
              <a:rPr altLang="zh-CN" lang="en-US" smtClean="0"/>
              <a:t>Click to edit Master title style</a:t>
            </a:r>
            <a:endParaRPr dirty="0" lang="en-US"/>
          </a:p>
        </p:txBody>
      </p:sp>
      <p:sp>
        <p:nvSpPr>
          <p:cNvPr id="1048624" name="Subtitle 2"/>
          <p:cNvSpPr>
            <a:spLocks noGrp="1"/>
          </p:cNvSpPr>
          <p:nvPr>
            <p:ph type="subTitle" idx="1"/>
          </p:nvPr>
        </p:nvSpPr>
        <p:spPr>
          <a:xfrm>
            <a:off x="1143000" y="3602038"/>
            <a:ext cx="6858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altLang="zh-CN" lang="en-US" smtClean="0"/>
              <a:t>Click to edit Master subtitle style</a:t>
            </a:r>
            <a:endParaRPr dirty="0" lang="en-US"/>
          </a:p>
        </p:txBody>
      </p:sp>
      <p:sp>
        <p:nvSpPr>
          <p:cNvPr id="1048625"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26" name="Footer Placeholder 4"/>
          <p:cNvSpPr>
            <a:spLocks noGrp="1"/>
          </p:cNvSpPr>
          <p:nvPr>
            <p:ph type="ftr" sz="quarter" idx="11"/>
          </p:nvPr>
        </p:nvSpPr>
        <p:spPr/>
        <p:txBody>
          <a:bodyPr/>
          <a:p>
            <a:endParaRPr altLang="en-US" lang="zh-CN"/>
          </a:p>
        </p:txBody>
      </p:sp>
      <p:sp>
        <p:nvSpPr>
          <p:cNvPr id="1048627"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9" name=""/>
        <p:cNvGrpSpPr/>
        <p:nvPr/>
      </p:nvGrpSpPr>
      <p:grpSpPr>
        <a:xfrm>
          <a:off x="0" y="0"/>
          <a:ext cx="0" cy="0"/>
          <a:chOff x="0" y="0"/>
          <a:chExt cx="0" cy="0"/>
        </a:xfrm>
      </p:grpSpPr>
      <p:sp>
        <p:nvSpPr>
          <p:cNvPr id="1048588" name="Title 1"/>
          <p:cNvSpPr>
            <a:spLocks noGrp="1"/>
          </p:cNvSpPr>
          <p:nvPr>
            <p:ph type="title"/>
          </p:nvPr>
        </p:nvSpPr>
        <p:spPr/>
        <p:txBody>
          <a:bodyPr/>
          <a:p>
            <a:r>
              <a:rPr altLang="zh-CN" lang="en-US" smtClean="0"/>
              <a:t>Click to edit Master title style</a:t>
            </a:r>
            <a:endParaRPr dirty="0" lang="en-US"/>
          </a:p>
        </p:txBody>
      </p:sp>
      <p:sp>
        <p:nvSpPr>
          <p:cNvPr id="1048589" name="Content Placeholder 2"/>
          <p:cNvSpPr>
            <a:spLocks noGrp="1"/>
          </p:cNvSpPr>
          <p:nvPr>
            <p:ph idx="1"/>
          </p:nvPr>
        </p:nvSpPr>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590"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591" name="Footer Placeholder 4"/>
          <p:cNvSpPr>
            <a:spLocks noGrp="1"/>
          </p:cNvSpPr>
          <p:nvPr>
            <p:ph type="ftr" sz="quarter" idx="11"/>
          </p:nvPr>
        </p:nvSpPr>
        <p:spPr/>
        <p:txBody>
          <a:bodyPr/>
          <a:p>
            <a:endParaRPr altLang="en-US" lang="zh-CN"/>
          </a:p>
        </p:txBody>
      </p:sp>
      <p:sp>
        <p:nvSpPr>
          <p:cNvPr id="1048592"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67" name=""/>
        <p:cNvGrpSpPr/>
        <p:nvPr/>
      </p:nvGrpSpPr>
      <p:grpSpPr>
        <a:xfrm>
          <a:off x="0" y="0"/>
          <a:ext cx="0" cy="0"/>
          <a:chOff x="0" y="0"/>
          <a:chExt cx="0" cy="0"/>
        </a:xfrm>
      </p:grpSpPr>
      <p:sp>
        <p:nvSpPr>
          <p:cNvPr id="1048642" name="Title 1"/>
          <p:cNvSpPr>
            <a:spLocks noGrp="1"/>
          </p:cNvSpPr>
          <p:nvPr>
            <p:ph type="title"/>
          </p:nvPr>
        </p:nvSpPr>
        <p:spPr>
          <a:xfrm>
            <a:off x="623888" y="1709739"/>
            <a:ext cx="7886700" cy="2852737"/>
          </a:xfrm>
        </p:spPr>
        <p:txBody>
          <a:bodyPr anchor="b"/>
          <a:lstStyle>
            <a:lvl1pPr>
              <a:defRPr sz="6000"/>
            </a:lvl1pPr>
          </a:lstStyle>
          <a:p>
            <a:r>
              <a:rPr altLang="zh-CN" lang="en-US" smtClean="0"/>
              <a:t>Click to edit Master title style</a:t>
            </a:r>
            <a:endParaRPr dirty="0" lang="en-US"/>
          </a:p>
        </p:txBody>
      </p:sp>
      <p:sp>
        <p:nvSpPr>
          <p:cNvPr id="1048643" name="Text Placeholder 2"/>
          <p:cNvSpPr>
            <a:spLocks noGrp="1"/>
          </p:cNvSpPr>
          <p:nvPr>
            <p:ph type="body" idx="1"/>
          </p:nvPr>
        </p:nvSpPr>
        <p:spPr>
          <a:xfrm>
            <a:off x="623888" y="4589464"/>
            <a:ext cx="7886700" cy="1500187"/>
          </a:xfrm>
        </p:spPr>
        <p:txBody>
          <a:bodyPr/>
          <a:lstStyle>
            <a:lvl1pPr indent="0" marL="0">
              <a:buNone/>
              <a:defRPr sz="2400">
                <a:solidFill>
                  <a:schemeClr val="tx1"/>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altLang="zh-CN" lang="en-US" smtClean="0"/>
              <a:t>Click to edit Master text styles</a:t>
            </a:r>
          </a:p>
        </p:txBody>
      </p:sp>
      <p:sp>
        <p:nvSpPr>
          <p:cNvPr id="1048644"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45" name="Footer Placeholder 4"/>
          <p:cNvSpPr>
            <a:spLocks noGrp="1"/>
          </p:cNvSpPr>
          <p:nvPr>
            <p:ph type="ftr" sz="quarter" idx="11"/>
          </p:nvPr>
        </p:nvSpPr>
        <p:spPr/>
        <p:txBody>
          <a:bodyPr/>
          <a:p>
            <a:endParaRPr altLang="en-US" lang="zh-CN"/>
          </a:p>
        </p:txBody>
      </p:sp>
      <p:sp>
        <p:nvSpPr>
          <p:cNvPr id="1048646"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68" name=""/>
        <p:cNvGrpSpPr/>
        <p:nvPr/>
      </p:nvGrpSpPr>
      <p:grpSpPr>
        <a:xfrm>
          <a:off x="0" y="0"/>
          <a:ext cx="0" cy="0"/>
          <a:chOff x="0" y="0"/>
          <a:chExt cx="0" cy="0"/>
        </a:xfrm>
      </p:grpSpPr>
      <p:sp>
        <p:nvSpPr>
          <p:cNvPr id="1048647" name="Title 1"/>
          <p:cNvSpPr>
            <a:spLocks noGrp="1"/>
          </p:cNvSpPr>
          <p:nvPr>
            <p:ph type="title"/>
          </p:nvPr>
        </p:nvSpPr>
        <p:spPr/>
        <p:txBody>
          <a:bodyPr/>
          <a:p>
            <a:r>
              <a:rPr altLang="zh-CN" lang="en-US" smtClean="0"/>
              <a:t>Click to edit Master title style</a:t>
            </a:r>
            <a:endParaRPr dirty="0" lang="en-US"/>
          </a:p>
        </p:txBody>
      </p:sp>
      <p:sp>
        <p:nvSpPr>
          <p:cNvPr id="1048648" name="Content Placeholder 2"/>
          <p:cNvSpPr>
            <a:spLocks noGrp="1"/>
          </p:cNvSpPr>
          <p:nvPr>
            <p:ph sz="half" idx="1"/>
          </p:nvPr>
        </p:nvSpPr>
        <p:spPr>
          <a:xfrm>
            <a:off x="628650" y="1825625"/>
            <a:ext cx="3886200" cy="435133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49" name="Content Placeholder 3"/>
          <p:cNvSpPr>
            <a:spLocks noGrp="1"/>
          </p:cNvSpPr>
          <p:nvPr>
            <p:ph sz="half" idx="2"/>
          </p:nvPr>
        </p:nvSpPr>
        <p:spPr>
          <a:xfrm>
            <a:off x="4629150" y="1825625"/>
            <a:ext cx="3886200" cy="435133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50" name="Date Placeholder 4"/>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51" name="Footer Placeholder 5"/>
          <p:cNvSpPr>
            <a:spLocks noGrp="1"/>
          </p:cNvSpPr>
          <p:nvPr>
            <p:ph type="ftr" sz="quarter" idx="11"/>
          </p:nvPr>
        </p:nvSpPr>
        <p:spPr/>
        <p:txBody>
          <a:bodyPr/>
          <a:p>
            <a:endParaRPr altLang="en-US" lang="zh-CN"/>
          </a:p>
        </p:txBody>
      </p:sp>
      <p:sp>
        <p:nvSpPr>
          <p:cNvPr id="1048652" name="Slide Number Placeholder 6"/>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69" name=""/>
        <p:cNvGrpSpPr/>
        <p:nvPr/>
      </p:nvGrpSpPr>
      <p:grpSpPr>
        <a:xfrm>
          <a:off x="0" y="0"/>
          <a:ext cx="0" cy="0"/>
          <a:chOff x="0" y="0"/>
          <a:chExt cx="0" cy="0"/>
        </a:xfrm>
      </p:grpSpPr>
      <p:sp>
        <p:nvSpPr>
          <p:cNvPr id="1048653" name="Title 1"/>
          <p:cNvSpPr>
            <a:spLocks noGrp="1"/>
          </p:cNvSpPr>
          <p:nvPr>
            <p:ph type="title"/>
          </p:nvPr>
        </p:nvSpPr>
        <p:spPr>
          <a:xfrm>
            <a:off x="629841" y="365126"/>
            <a:ext cx="7886700" cy="1325563"/>
          </a:xfrm>
        </p:spPr>
        <p:txBody>
          <a:bodyPr/>
          <a:p>
            <a:r>
              <a:rPr altLang="zh-CN" lang="en-US" smtClean="0"/>
              <a:t>Click to edit Master title style</a:t>
            </a:r>
            <a:endParaRPr dirty="0" lang="en-US"/>
          </a:p>
        </p:txBody>
      </p:sp>
      <p:sp>
        <p:nvSpPr>
          <p:cNvPr id="1048654" name="Text Placeholder 2"/>
          <p:cNvSpPr>
            <a:spLocks noGrp="1"/>
          </p:cNvSpPr>
          <p:nvPr>
            <p:ph type="body" idx="1"/>
          </p:nvPr>
        </p:nvSpPr>
        <p:spPr>
          <a:xfrm>
            <a:off x="629842" y="1681163"/>
            <a:ext cx="3868340"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zh-CN" lang="en-US" smtClean="0"/>
              <a:t>Click to edit Master text styles</a:t>
            </a:r>
          </a:p>
        </p:txBody>
      </p:sp>
      <p:sp>
        <p:nvSpPr>
          <p:cNvPr id="1048655" name="Content Placeholder 3"/>
          <p:cNvSpPr>
            <a:spLocks noGrp="1"/>
          </p:cNvSpPr>
          <p:nvPr>
            <p:ph sz="half" idx="2"/>
          </p:nvPr>
        </p:nvSpPr>
        <p:spPr>
          <a:xfrm>
            <a:off x="629842" y="2505075"/>
            <a:ext cx="3868340" cy="368458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56" name="Text Placeholder 4"/>
          <p:cNvSpPr>
            <a:spLocks noGrp="1"/>
          </p:cNvSpPr>
          <p:nvPr>
            <p:ph type="body" sz="quarter" idx="3"/>
          </p:nvPr>
        </p:nvSpPr>
        <p:spPr>
          <a:xfrm>
            <a:off x="4629150" y="1681163"/>
            <a:ext cx="3887391"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zh-CN" lang="en-US" smtClean="0"/>
              <a:t>Click to edit Master text styles</a:t>
            </a:r>
          </a:p>
        </p:txBody>
      </p:sp>
      <p:sp>
        <p:nvSpPr>
          <p:cNvPr id="1048657" name="Content Placeholder 5"/>
          <p:cNvSpPr>
            <a:spLocks noGrp="1"/>
          </p:cNvSpPr>
          <p:nvPr>
            <p:ph sz="quarter" idx="4"/>
          </p:nvPr>
        </p:nvSpPr>
        <p:spPr>
          <a:xfrm>
            <a:off x="4629150" y="2505075"/>
            <a:ext cx="3887391" cy="368458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58" name="Date Placeholder 6"/>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59" name="Footer Placeholder 7"/>
          <p:cNvSpPr>
            <a:spLocks noGrp="1"/>
          </p:cNvSpPr>
          <p:nvPr>
            <p:ph type="ftr" sz="quarter" idx="11"/>
          </p:nvPr>
        </p:nvSpPr>
        <p:spPr/>
        <p:txBody>
          <a:bodyPr/>
          <a:p>
            <a:endParaRPr altLang="en-US" lang="zh-CN"/>
          </a:p>
        </p:txBody>
      </p:sp>
      <p:sp>
        <p:nvSpPr>
          <p:cNvPr id="1048660" name="Slide Number Placeholder 8"/>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64" name=""/>
        <p:cNvGrpSpPr/>
        <p:nvPr/>
      </p:nvGrpSpPr>
      <p:grpSpPr>
        <a:xfrm>
          <a:off x="0" y="0"/>
          <a:ext cx="0" cy="0"/>
          <a:chOff x="0" y="0"/>
          <a:chExt cx="0" cy="0"/>
        </a:xfrm>
      </p:grpSpPr>
      <p:sp>
        <p:nvSpPr>
          <p:cNvPr id="1048628" name="Title 1"/>
          <p:cNvSpPr>
            <a:spLocks noGrp="1"/>
          </p:cNvSpPr>
          <p:nvPr>
            <p:ph type="title"/>
          </p:nvPr>
        </p:nvSpPr>
        <p:spPr/>
        <p:txBody>
          <a:bodyPr/>
          <a:p>
            <a:r>
              <a:rPr altLang="zh-CN" lang="en-US" smtClean="0"/>
              <a:t>Click to edit Master title style</a:t>
            </a:r>
            <a:endParaRPr dirty="0" lang="en-US"/>
          </a:p>
        </p:txBody>
      </p:sp>
      <p:sp>
        <p:nvSpPr>
          <p:cNvPr id="1048629" name="Date Placeholder 2"/>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30" name="Footer Placeholder 3"/>
          <p:cNvSpPr>
            <a:spLocks noGrp="1"/>
          </p:cNvSpPr>
          <p:nvPr>
            <p:ph type="ftr" sz="quarter" idx="11"/>
          </p:nvPr>
        </p:nvSpPr>
        <p:spPr/>
        <p:txBody>
          <a:bodyPr/>
          <a:p>
            <a:endParaRPr altLang="en-US" lang="zh-CN"/>
          </a:p>
        </p:txBody>
      </p:sp>
      <p:sp>
        <p:nvSpPr>
          <p:cNvPr id="1048631" name="Slide Number Placeholder 4"/>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44" name=""/>
        <p:cNvGrpSpPr/>
        <p:nvPr/>
      </p:nvGrpSpPr>
      <p:grpSpPr>
        <a:xfrm>
          <a:off x="0" y="0"/>
          <a:ext cx="0" cy="0"/>
          <a:chOff x="0" y="0"/>
          <a:chExt cx="0" cy="0"/>
        </a:xfrm>
      </p:grpSpPr>
      <p:sp>
        <p:nvSpPr>
          <p:cNvPr id="1048600" name="Date Placeholder 1"/>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01" name="Footer Placeholder 2"/>
          <p:cNvSpPr>
            <a:spLocks noGrp="1"/>
          </p:cNvSpPr>
          <p:nvPr>
            <p:ph type="ftr" sz="quarter" idx="11"/>
          </p:nvPr>
        </p:nvSpPr>
        <p:spPr/>
        <p:txBody>
          <a:bodyPr/>
          <a:p>
            <a:endParaRPr altLang="en-US" lang="zh-CN"/>
          </a:p>
        </p:txBody>
      </p:sp>
      <p:sp>
        <p:nvSpPr>
          <p:cNvPr id="1048602" name="Slide Number Placeholder 3"/>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70" name=""/>
        <p:cNvGrpSpPr/>
        <p:nvPr/>
      </p:nvGrpSpPr>
      <p:grpSpPr>
        <a:xfrm>
          <a:off x="0" y="0"/>
          <a:ext cx="0" cy="0"/>
          <a:chOff x="0" y="0"/>
          <a:chExt cx="0" cy="0"/>
        </a:xfrm>
      </p:grpSpPr>
      <p:sp>
        <p:nvSpPr>
          <p:cNvPr id="1048661" name="Title 1"/>
          <p:cNvSpPr>
            <a:spLocks noGrp="1"/>
          </p:cNvSpPr>
          <p:nvPr>
            <p:ph type="title"/>
          </p:nvPr>
        </p:nvSpPr>
        <p:spPr>
          <a:xfrm>
            <a:off x="629841" y="457200"/>
            <a:ext cx="2949178" cy="1600200"/>
          </a:xfrm>
        </p:spPr>
        <p:txBody>
          <a:bodyPr anchor="b"/>
          <a:lstStyle>
            <a:lvl1pPr>
              <a:defRPr sz="3200"/>
            </a:lvl1pPr>
          </a:lstStyle>
          <a:p>
            <a:r>
              <a:rPr altLang="zh-CN" lang="en-US" smtClean="0"/>
              <a:t>Click to edit Master title style</a:t>
            </a:r>
            <a:endParaRPr dirty="0" lang="en-US"/>
          </a:p>
        </p:txBody>
      </p:sp>
      <p:sp>
        <p:nvSpPr>
          <p:cNvPr id="1048662"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63" name="Text Placeholder 3"/>
          <p:cNvSpPr>
            <a:spLocks noGrp="1"/>
          </p:cNvSpPr>
          <p:nvPr>
            <p:ph type="body" sz="half" idx="2"/>
          </p:nvPr>
        </p:nvSpPr>
        <p:spPr>
          <a:xfrm>
            <a:off x="629841" y="2057400"/>
            <a:ext cx="2949178"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zh-CN" lang="en-US" smtClean="0"/>
              <a:t>Click to edit Master text styles</a:t>
            </a:r>
          </a:p>
        </p:txBody>
      </p:sp>
      <p:sp>
        <p:nvSpPr>
          <p:cNvPr id="1048664" name="Date Placeholder 4"/>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65" name="Footer Placeholder 5"/>
          <p:cNvSpPr>
            <a:spLocks noGrp="1"/>
          </p:cNvSpPr>
          <p:nvPr>
            <p:ph type="ftr" sz="quarter" idx="11"/>
          </p:nvPr>
        </p:nvSpPr>
        <p:spPr/>
        <p:txBody>
          <a:bodyPr/>
          <a:p>
            <a:endParaRPr altLang="en-US" lang="zh-CN"/>
          </a:p>
        </p:txBody>
      </p:sp>
      <p:sp>
        <p:nvSpPr>
          <p:cNvPr id="1048666" name="Slide Number Placeholder 6"/>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24" name=""/>
        <p:cNvGrpSpPr/>
        <p:nvPr/>
      </p:nvGrpSpPr>
      <p:grpSpPr>
        <a:xfrm>
          <a:off x="0" y="0"/>
          <a:ext cx="0" cy="0"/>
          <a:chOff x="0" y="0"/>
          <a:chExt cx="0" cy="0"/>
        </a:xfrm>
      </p:grpSpPr>
      <p:sp>
        <p:nvSpPr>
          <p:cNvPr id="1048581" name="Title 1"/>
          <p:cNvSpPr>
            <a:spLocks noGrp="1"/>
          </p:cNvSpPr>
          <p:nvPr>
            <p:ph type="title"/>
          </p:nvPr>
        </p:nvSpPr>
        <p:spPr>
          <a:xfrm>
            <a:off x="629841" y="457200"/>
            <a:ext cx="2949178" cy="1600200"/>
          </a:xfrm>
        </p:spPr>
        <p:txBody>
          <a:bodyPr anchor="b"/>
          <a:lstStyle>
            <a:lvl1pPr>
              <a:defRPr sz="3200"/>
            </a:lvl1pPr>
          </a:lstStyle>
          <a:p>
            <a:r>
              <a:rPr altLang="zh-CN" lang="en-US" smtClean="0"/>
              <a:t>Click to edit Master title style</a:t>
            </a:r>
            <a:endParaRPr dirty="0" lang="en-US"/>
          </a:p>
        </p:txBody>
      </p:sp>
      <p:sp>
        <p:nvSpPr>
          <p:cNvPr id="1048582" name="Picture Placeholder 2"/>
          <p:cNvSpPr>
            <a:spLocks noChangeAspect="1" noGrp="1"/>
          </p:cNvSpPr>
          <p:nvPr>
            <p:ph type="pic" idx="1"/>
          </p:nvPr>
        </p:nvSpPr>
        <p:spPr>
          <a:xfrm>
            <a:off x="3887391" y="987426"/>
            <a:ext cx="4629150" cy="4873625"/>
          </a:xfrm>
        </p:spPr>
        <p:txBody>
          <a:bodyPr anchor="t"/>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altLang="zh-CN" lang="en-US" smtClean="0"/>
              <a:t>Click icon to add picture</a:t>
            </a:r>
            <a:endParaRPr dirty="0" lang="en-US"/>
          </a:p>
        </p:txBody>
      </p:sp>
      <p:sp>
        <p:nvSpPr>
          <p:cNvPr id="1048583" name="Text Placeholder 3"/>
          <p:cNvSpPr>
            <a:spLocks noGrp="1"/>
          </p:cNvSpPr>
          <p:nvPr>
            <p:ph type="body" sz="half" idx="2"/>
          </p:nvPr>
        </p:nvSpPr>
        <p:spPr>
          <a:xfrm>
            <a:off x="629841" y="2057400"/>
            <a:ext cx="2949178"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zh-CN" lang="en-US" smtClean="0"/>
              <a:t>Click to edit Master text styles</a:t>
            </a:r>
          </a:p>
        </p:txBody>
      </p:sp>
      <p:sp>
        <p:nvSpPr>
          <p:cNvPr id="1048584" name="Date Placeholder 4"/>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585" name="Footer Placeholder 5"/>
          <p:cNvSpPr>
            <a:spLocks noGrp="1"/>
          </p:cNvSpPr>
          <p:nvPr>
            <p:ph type="ftr" sz="quarter" idx="11"/>
          </p:nvPr>
        </p:nvSpPr>
        <p:spPr/>
        <p:txBody>
          <a:bodyPr/>
          <a:p>
            <a:endParaRPr altLang="en-US" lang="zh-CN"/>
          </a:p>
        </p:txBody>
      </p:sp>
      <p:sp>
        <p:nvSpPr>
          <p:cNvPr id="1048586" name="Slide Number Placeholder 6"/>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66" name=""/>
        <p:cNvGrpSpPr/>
        <p:nvPr/>
      </p:nvGrpSpPr>
      <p:grpSpPr>
        <a:xfrm>
          <a:off x="0" y="0"/>
          <a:ext cx="0" cy="0"/>
          <a:chOff x="0" y="0"/>
          <a:chExt cx="0" cy="0"/>
        </a:xfrm>
      </p:grpSpPr>
      <p:sp>
        <p:nvSpPr>
          <p:cNvPr id="1048637" name="Title 1"/>
          <p:cNvSpPr>
            <a:spLocks noGrp="1"/>
          </p:cNvSpPr>
          <p:nvPr>
            <p:ph type="title"/>
          </p:nvPr>
        </p:nvSpPr>
        <p:spPr/>
        <p:txBody>
          <a:bodyPr/>
          <a:p>
            <a:r>
              <a:rPr altLang="zh-CN" lang="en-US" smtClean="0"/>
              <a:t>Click to edit Master title style</a:t>
            </a:r>
            <a:endParaRPr dirty="0" lang="en-US"/>
          </a:p>
        </p:txBody>
      </p:sp>
      <p:sp>
        <p:nvSpPr>
          <p:cNvPr id="1048638" name="Vertical Text Placeholder 2"/>
          <p:cNvSpPr>
            <a:spLocks noGrp="1"/>
          </p:cNvSpPr>
          <p:nvPr>
            <p:ph type="body" orient="vert" idx="1"/>
          </p:nvPr>
        </p:nvSpPr>
        <p:spPr/>
        <p:txBody>
          <a:bodyPr vert="eaVert"/>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39"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40" name="Footer Placeholder 4"/>
          <p:cNvSpPr>
            <a:spLocks noGrp="1"/>
          </p:cNvSpPr>
          <p:nvPr>
            <p:ph type="ftr" sz="quarter" idx="11"/>
          </p:nvPr>
        </p:nvSpPr>
        <p:spPr/>
        <p:txBody>
          <a:bodyPr/>
          <a:p>
            <a:endParaRPr altLang="en-US" lang="zh-CN"/>
          </a:p>
        </p:txBody>
      </p:sp>
      <p:sp>
        <p:nvSpPr>
          <p:cNvPr id="1048641"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65" name=""/>
        <p:cNvGrpSpPr/>
        <p:nvPr/>
      </p:nvGrpSpPr>
      <p:grpSpPr>
        <a:xfrm>
          <a:off x="0" y="0"/>
          <a:ext cx="0" cy="0"/>
          <a:chOff x="0" y="0"/>
          <a:chExt cx="0" cy="0"/>
        </a:xfrm>
      </p:grpSpPr>
      <p:sp>
        <p:nvSpPr>
          <p:cNvPr id="1048632" name="Vertical Title 1"/>
          <p:cNvSpPr>
            <a:spLocks noGrp="1"/>
          </p:cNvSpPr>
          <p:nvPr>
            <p:ph type="title" orient="vert"/>
          </p:nvPr>
        </p:nvSpPr>
        <p:spPr>
          <a:xfrm>
            <a:off x="6543675" y="365125"/>
            <a:ext cx="1971675" cy="5811838"/>
          </a:xfrm>
        </p:spPr>
        <p:txBody>
          <a:bodyPr vert="eaVert"/>
          <a:p>
            <a:r>
              <a:rPr altLang="zh-CN" lang="en-US" smtClean="0"/>
              <a:t>Click to edit Master title style</a:t>
            </a:r>
            <a:endParaRPr dirty="0" lang="en-US"/>
          </a:p>
        </p:txBody>
      </p:sp>
      <p:sp>
        <p:nvSpPr>
          <p:cNvPr id="1048633" name="Vertical Text Placeholder 2"/>
          <p:cNvSpPr>
            <a:spLocks noGrp="1"/>
          </p:cNvSpPr>
          <p:nvPr>
            <p:ph type="body" orient="vert" idx="1"/>
          </p:nvPr>
        </p:nvSpPr>
        <p:spPr>
          <a:xfrm>
            <a:off x="628650" y="365125"/>
            <a:ext cx="5800725" cy="5811838"/>
          </a:xfrm>
        </p:spPr>
        <p:txBody>
          <a:bodyPr vert="eaVert"/>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34"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35" name="Footer Placeholder 4"/>
          <p:cNvSpPr>
            <a:spLocks noGrp="1"/>
          </p:cNvSpPr>
          <p:nvPr>
            <p:ph type="ftr" sz="quarter" idx="11"/>
          </p:nvPr>
        </p:nvSpPr>
        <p:spPr/>
        <p:txBody>
          <a:bodyPr/>
          <a:p>
            <a:endParaRPr altLang="en-US" lang="zh-CN"/>
          </a:p>
        </p:txBody>
      </p:sp>
      <p:sp>
        <p:nvSpPr>
          <p:cNvPr id="1048636"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Title Placeholder 1"/>
          <p:cNvSpPr>
            <a:spLocks noGrp="1"/>
          </p:cNvSpPr>
          <p:nvPr>
            <p:ph type="title"/>
          </p:nvPr>
        </p:nvSpPr>
        <p:spPr>
          <a:xfrm>
            <a:off x="628650" y="365126"/>
            <a:ext cx="7886700" cy="1325563"/>
          </a:xfrm>
          <a:prstGeom prst="rect"/>
        </p:spPr>
        <p:txBody>
          <a:bodyPr anchor="ctr" bIns="45720" lIns="91440" rIns="91440" rtlCol="0" tIns="45720" vert="horz">
            <a:normAutofit/>
          </a:bodyPr>
          <a:p>
            <a:r>
              <a:rPr altLang="zh-CN" lang="en-US" smtClean="0"/>
              <a:t>Click to edit Master title style</a:t>
            </a:r>
            <a:endParaRPr dirty="0" lang="en-US"/>
          </a:p>
        </p:txBody>
      </p:sp>
      <p:sp>
        <p:nvSpPr>
          <p:cNvPr id="1048577" name="Text Placeholder 2"/>
          <p:cNvSpPr>
            <a:spLocks noGrp="1"/>
          </p:cNvSpPr>
          <p:nvPr>
            <p:ph type="body" idx="1"/>
          </p:nvPr>
        </p:nvSpPr>
        <p:spPr>
          <a:xfrm>
            <a:off x="628650" y="1825625"/>
            <a:ext cx="7886700" cy="4351338"/>
          </a:xfrm>
          <a:prstGeom prst="rect"/>
        </p:spPr>
        <p:txBody>
          <a:bodyPr bIns="45720" lIns="91440" rIns="91440" rtlCol="0" tIns="45720" vert="horz">
            <a:normAutofit/>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578" name="Date Placeholder 3"/>
          <p:cNvSpPr>
            <a:spLocks noGrp="1"/>
          </p:cNvSpPr>
          <p:nvPr>
            <p:ph type="dt" sz="half" idx="2"/>
          </p:nvPr>
        </p:nvSpPr>
        <p:spPr>
          <a:xfrm>
            <a:off x="628650" y="6356351"/>
            <a:ext cx="2057400" cy="365125"/>
          </a:xfrm>
          <a:prstGeom prst="rect"/>
        </p:spPr>
        <p:txBody>
          <a:bodyPr anchor="ctr" bIns="45720" lIns="91440" rIns="91440" rtlCol="0" tIns="45720" vert="horz"/>
          <a:lstStyle>
            <a:lvl1pPr algn="l">
              <a:defRPr sz="1200">
                <a:solidFill>
                  <a:schemeClr val="tx1">
                    <a:tint val="75000"/>
                  </a:schemeClr>
                </a:solidFill>
              </a:defRPr>
            </a:lvl1pPr>
          </a:lstStyle>
          <a:p>
            <a:fld id="{70BC1078-46ED-40F9-8930-935BAD7C2B02}" type="datetimeFigureOut">
              <a:rPr altLang="en-US" lang="zh-CN" smtClean="0"/>
              <a:t>2015/5/12</a:t>
            </a:fld>
            <a:endParaRPr altLang="en-US" lang="zh-CN"/>
          </a:p>
        </p:txBody>
      </p:sp>
      <p:sp>
        <p:nvSpPr>
          <p:cNvPr id="1048579" name="Footer Placeholder 4"/>
          <p:cNvSpPr>
            <a:spLocks noGrp="1"/>
          </p:cNvSpPr>
          <p:nvPr>
            <p:ph type="ftr" sz="quarter" idx="3"/>
          </p:nvPr>
        </p:nvSpPr>
        <p:spPr>
          <a:xfrm>
            <a:off x="3028950" y="6356351"/>
            <a:ext cx="3086100" cy="365125"/>
          </a:xfrm>
          <a:prstGeom prst="rect"/>
        </p:spPr>
        <p:txBody>
          <a:bodyPr anchor="ctr" bIns="45720" lIns="91440" rIns="91440" rtlCol="0" tIns="45720" vert="horz"/>
          <a:lstStyle>
            <a:lvl1pPr algn="ctr">
              <a:defRPr sz="1200">
                <a:solidFill>
                  <a:schemeClr val="tx1">
                    <a:tint val="75000"/>
                  </a:schemeClr>
                </a:solidFill>
              </a:defRPr>
            </a:lvl1pPr>
          </a:lstStyle>
          <a:p>
            <a:endParaRPr altLang="en-US" lang="zh-CN"/>
          </a:p>
        </p:txBody>
      </p:sp>
      <p:sp>
        <p:nvSpPr>
          <p:cNvPr id="1048580" name="Slide Number Placeholder 5"/>
          <p:cNvSpPr>
            <a:spLocks noGrp="1"/>
          </p:cNvSpPr>
          <p:nvPr>
            <p:ph type="sldNum" sz="quarter" idx="4"/>
          </p:nvPr>
        </p:nvSpPr>
        <p:spPr>
          <a:xfrm>
            <a:off x="6457950" y="6356351"/>
            <a:ext cx="2057400" cy="365125"/>
          </a:xfrm>
          <a:prstGeom prst="rect"/>
        </p:spPr>
        <p:txBody>
          <a:bodyPr anchor="ctr" bIns="45720" lIns="91440" rIns="91440" rtlCol="0" tIns="45720" vert="horz"/>
          <a:lstStyle>
            <a:lvl1pPr algn="r">
              <a:defRPr sz="1200">
                <a:solidFill>
                  <a:schemeClr val="tx1">
                    <a:tint val="75000"/>
                  </a:schemeClr>
                </a:solidFill>
              </a:defRPr>
            </a:lvl1pPr>
          </a:lstStyle>
          <a:p>
            <a:fld id="{D5B52ADC-5BFA-4FBD-BEE2-16096B7F4166}" type="slidenum">
              <a:rPr altLang="en-US" lang="zh-CN" smtClean="0"/>
              <a:t>‹#›</a:t>
            </a:fld>
            <a:endParaRPr altLang="en-US" lang="zh-CN"/>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7" name=""/>
          <p:cNvSpPr>
            <a:spLocks noGrp="1"/>
          </p:cNvSpPr>
          <p:nvPr>
            <p:ph type="title"/>
          </p:nvPr>
        </p:nvSpPr>
        <p:spPr>
          <a:xfrm>
            <a:off x="532953" y="457200"/>
            <a:ext cx="3046066" cy="3413442"/>
          </a:xfrm>
        </p:spPr>
        <p:txBody>
          <a:bodyPr/>
          <a:p>
            <a:r>
              <a:rPr altLang="en-IN" sz="4800" lang="en-US">
                <a:solidFill>
                  <a:srgbClr val="0000FF"/>
                </a:solidFill>
              </a:rPr>
              <a:t>F</a:t>
            </a:r>
            <a:r>
              <a:rPr altLang="en-IN" sz="4800" lang="en-US">
                <a:solidFill>
                  <a:srgbClr val="0000FF"/>
                </a:solidFill>
              </a:rPr>
              <a:t>O</a:t>
            </a:r>
            <a:r>
              <a:rPr altLang="en-IN" sz="4800" lang="en-US">
                <a:solidFill>
                  <a:srgbClr val="0000FF"/>
                </a:solidFill>
              </a:rPr>
              <a:t>R</a:t>
            </a:r>
            <a:r>
              <a:rPr altLang="en-IN" sz="4800" lang="en-US">
                <a:solidFill>
                  <a:srgbClr val="0000FF"/>
                </a:solidFill>
              </a:rPr>
              <a:t>E</a:t>
            </a:r>
            <a:r>
              <a:rPr altLang="en-IN" sz="4800" lang="en-US">
                <a:solidFill>
                  <a:srgbClr val="0000FF"/>
                </a:solidFill>
              </a:rPr>
              <a:t>N</a:t>
            </a:r>
            <a:r>
              <a:rPr altLang="en-IN" sz="4800" lang="en-US">
                <a:solidFill>
                  <a:srgbClr val="0000FF"/>
                </a:solidFill>
              </a:rPr>
              <a:t>S</a:t>
            </a:r>
            <a:r>
              <a:rPr altLang="en-IN" sz="4800" lang="en-US">
                <a:solidFill>
                  <a:srgbClr val="0000FF"/>
                </a:solidFill>
              </a:rPr>
              <a:t>I</a:t>
            </a:r>
            <a:r>
              <a:rPr altLang="en-IN" sz="4800" lang="en-US">
                <a:solidFill>
                  <a:srgbClr val="0000FF"/>
                </a:solidFill>
              </a:rPr>
              <a:t>C</a:t>
            </a:r>
            <a:r>
              <a:rPr altLang="en-IN" sz="4800" lang="en-US">
                <a:solidFill>
                  <a:srgbClr val="0000FF"/>
                </a:solidFill>
              </a:rPr>
              <a:t> </a:t>
            </a:r>
            <a:r>
              <a:rPr altLang="en-IN" sz="4800" lang="en-US">
                <a:solidFill>
                  <a:srgbClr val="0000FF"/>
                </a:solidFill>
              </a:rPr>
              <a:t>N</a:t>
            </a:r>
            <a:r>
              <a:rPr altLang="en-IN" sz="4800" lang="en-US">
                <a:solidFill>
                  <a:srgbClr val="0000FF"/>
                </a:solidFill>
              </a:rPr>
              <a:t>U</a:t>
            </a:r>
            <a:r>
              <a:rPr altLang="en-IN" sz="4800" lang="en-US">
                <a:solidFill>
                  <a:srgbClr val="0000FF"/>
                </a:solidFill>
              </a:rPr>
              <a:t>R</a:t>
            </a:r>
            <a:r>
              <a:rPr altLang="en-IN" sz="4800" lang="en-US">
                <a:solidFill>
                  <a:srgbClr val="0000FF"/>
                </a:solidFill>
              </a:rPr>
              <a:t>S</a:t>
            </a:r>
            <a:r>
              <a:rPr altLang="en-IN" sz="4800" lang="en-US">
                <a:solidFill>
                  <a:srgbClr val="0000FF"/>
                </a:solidFill>
              </a:rPr>
              <a:t>I</a:t>
            </a:r>
            <a:r>
              <a:rPr altLang="en-IN" sz="4800" lang="en-US">
                <a:solidFill>
                  <a:srgbClr val="0000FF"/>
                </a:solidFill>
              </a:rPr>
              <a:t>N</a:t>
            </a:r>
            <a:r>
              <a:rPr altLang="en-IN" sz="4800" lang="en-US">
                <a:solidFill>
                  <a:srgbClr val="0000FF"/>
                </a:solidFill>
              </a:rPr>
              <a:t>G</a:t>
            </a:r>
            <a:endParaRPr lang="en-IN">
              <a:solidFill>
                <a:srgbClr val="0000FF"/>
              </a:solidFill>
            </a:endParaRPr>
          </a:p>
        </p:txBody>
      </p:sp>
      <p:pic>
        <p:nvPicPr>
          <p:cNvPr id="2097152" name=""/>
          <p:cNvPicPr>
            <a:picLocks/>
          </p:cNvPicPr>
          <p:nvPr>
            <p:ph type="pic" idx="1"/>
          </p:nvPr>
        </p:nvPicPr>
        <p:blipFill>
          <a:blip xmlns:r="http://schemas.openxmlformats.org/officeDocument/2006/relationships" r:embed="rId1"/>
          <a:srcRect l="23262" r="23262"/>
          <a:stretch>
            <a:fillRect/>
          </a:stretch>
        </p:blip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593" name=""/>
          <p:cNvSpPr>
            <a:spLocks noGrp="1"/>
          </p:cNvSpPr>
          <p:nvPr>
            <p:ph type="title"/>
          </p:nvPr>
        </p:nvSpPr>
        <p:spPr/>
        <p:txBody>
          <a:bodyPr/>
          <a:p>
            <a:r>
              <a:rPr altLang="en-IN" lang="en-US"/>
              <a:t>IN</a:t>
            </a:r>
            <a:r>
              <a:rPr altLang="en-IN" lang="en-US"/>
              <a:t>T</a:t>
            </a:r>
            <a:r>
              <a:rPr altLang="en-IN" lang="en-US"/>
              <a:t>R</a:t>
            </a:r>
            <a:r>
              <a:rPr altLang="en-IN" lang="en-US"/>
              <a:t>O</a:t>
            </a:r>
            <a:r>
              <a:rPr altLang="en-IN" lang="en-US"/>
              <a:t>D</a:t>
            </a:r>
            <a:r>
              <a:rPr altLang="en-IN" lang="en-US"/>
              <a:t>U</a:t>
            </a:r>
            <a:r>
              <a:rPr altLang="en-IN" lang="en-US"/>
              <a:t>C</a:t>
            </a:r>
            <a:r>
              <a:rPr altLang="en-IN" lang="en-US"/>
              <a:t>T</a:t>
            </a:r>
            <a:r>
              <a:rPr altLang="en-IN" lang="en-US"/>
              <a:t>I</a:t>
            </a:r>
            <a:r>
              <a:rPr altLang="en-IN" lang="en-US"/>
              <a:t>O</a:t>
            </a:r>
            <a:r>
              <a:rPr altLang="en-IN" lang="en-US"/>
              <a:t>N</a:t>
            </a:r>
            <a:endParaRPr lang="en-IN"/>
          </a:p>
        </p:txBody>
      </p:sp>
      <p:sp>
        <p:nvSpPr>
          <p:cNvPr id="1048594" name=""/>
          <p:cNvSpPr>
            <a:spLocks noGrp="1"/>
          </p:cNvSpPr>
          <p:nvPr>
            <p:ph idx="1"/>
          </p:nvPr>
        </p:nvSpPr>
        <p:spPr/>
        <p:txBody>
          <a:bodyPr/>
          <a:p>
            <a:pPr indent="0" marL="0">
              <a:buNone/>
            </a:pPr>
            <a:r>
              <a:rPr altLang="en-IN" lang="en-US"/>
              <a:t>Forensic nursing is a new</a:t>
            </a:r>
            <a:r>
              <a:rPr altLang="en-IN" lang="en-US"/>
              <a:t>l</a:t>
            </a:r>
            <a:r>
              <a:rPr altLang="en-IN" lang="en-US"/>
              <a:t>y</a:t>
            </a:r>
            <a:r>
              <a:rPr altLang="en-IN" lang="en-US"/>
              <a:t> </a:t>
            </a:r>
            <a:r>
              <a:rPr altLang="en-IN" lang="en-US"/>
              <a:t>e</a:t>
            </a:r>
            <a:r>
              <a:rPr altLang="en-IN" lang="en-US"/>
              <a:t>v</a:t>
            </a:r>
            <a:r>
              <a:rPr altLang="en-IN" lang="en-US"/>
              <a:t>o</a:t>
            </a:r>
            <a:r>
              <a:rPr altLang="en-IN" lang="en-US"/>
              <a:t>l</a:t>
            </a:r>
            <a:r>
              <a:rPr altLang="en-IN" lang="en-US"/>
              <a:t>v</a:t>
            </a:r>
            <a:r>
              <a:rPr altLang="en-IN" lang="en-US"/>
              <a:t>e</a:t>
            </a:r>
            <a:r>
              <a:rPr altLang="en-IN" lang="en-US"/>
              <a:t>d</a:t>
            </a:r>
            <a:r>
              <a:rPr altLang="en-IN" lang="en-US"/>
              <a:t> </a:t>
            </a:r>
            <a:r>
              <a:rPr altLang="en-IN" lang="en-US"/>
              <a:t>Innovative nursing specialty that search for medic</a:t>
            </a:r>
            <a:r>
              <a:rPr altLang="en-IN" lang="en-US"/>
              <a:t>o</a:t>
            </a:r>
            <a:r>
              <a:rPr altLang="en-IN" lang="en-US"/>
              <a:t>legal health care issues. The vision of fore</a:t>
            </a:r>
            <a:r>
              <a:rPr altLang="en-IN" lang="en-US"/>
              <a:t>n</a:t>
            </a:r>
            <a:r>
              <a:rPr altLang="en-IN" lang="en-US"/>
              <a:t>s</a:t>
            </a:r>
            <a:r>
              <a:rPr altLang="en-IN" lang="en-US"/>
              <a:t>i</a:t>
            </a:r>
            <a:r>
              <a:rPr altLang="en-IN" lang="en-US"/>
              <a:t>c</a:t>
            </a:r>
            <a:r>
              <a:rPr altLang="en-IN" lang="en-US"/>
              <a:t> </a:t>
            </a:r>
            <a:r>
              <a:rPr altLang="en-IN" lang="en-US"/>
              <a:t>n</a:t>
            </a:r>
            <a:r>
              <a:rPr altLang="en-IN" lang="en-US"/>
              <a:t>u</a:t>
            </a:r>
            <a:r>
              <a:rPr altLang="en-IN" lang="en-US"/>
              <a:t>r</a:t>
            </a:r>
            <a:r>
              <a:rPr altLang="en-IN" lang="en-US"/>
              <a:t>s</a:t>
            </a:r>
            <a:r>
              <a:rPr altLang="en-IN" lang="en-US"/>
              <a:t>i</a:t>
            </a:r>
            <a:r>
              <a:rPr altLang="en-IN" lang="en-US"/>
              <a:t>n</a:t>
            </a:r>
            <a:r>
              <a:rPr altLang="en-IN" lang="en-US"/>
              <a:t>g</a:t>
            </a:r>
            <a:r>
              <a:rPr altLang="en-IN" lang="en-US"/>
              <a:t> </a:t>
            </a:r>
            <a:r>
              <a:rPr altLang="en-IN" lang="en-US"/>
              <a:t>speciality has advanced from societies</a:t>
            </a:r>
            <a:r>
              <a:rPr altLang="en-IN" lang="en-US"/>
              <a:t> </a:t>
            </a:r>
            <a:r>
              <a:rPr altLang="en-IN" lang="en-US"/>
              <a:t>n</a:t>
            </a:r>
            <a:r>
              <a:rPr altLang="en-IN" lang="en-US"/>
              <a:t>e</a:t>
            </a:r>
            <a:r>
              <a:rPr altLang="en-IN" lang="en-US"/>
              <a:t>e</a:t>
            </a:r>
            <a:r>
              <a:rPr altLang="en-IN" lang="en-US"/>
              <a:t>d</a:t>
            </a:r>
            <a:r>
              <a:rPr altLang="en-IN" lang="en-US"/>
              <a:t> </a:t>
            </a:r>
            <a:r>
              <a:rPr altLang="en-IN" lang="en-US"/>
              <a:t>to reduce and prevent in</a:t>
            </a:r>
            <a:r>
              <a:rPr altLang="en-IN" lang="en-US"/>
              <a:t>t</a:t>
            </a:r>
            <a:r>
              <a:rPr altLang="en-IN" lang="en-US"/>
              <a:t>e</a:t>
            </a:r>
            <a:r>
              <a:rPr altLang="en-IN" lang="en-US"/>
              <a:t>r</a:t>
            </a:r>
            <a:r>
              <a:rPr altLang="en-IN" lang="en-US"/>
              <a:t>p</a:t>
            </a:r>
            <a:r>
              <a:rPr altLang="en-IN" lang="en-US"/>
              <a:t>e</a:t>
            </a:r>
            <a:r>
              <a:rPr altLang="en-IN" lang="en-US"/>
              <a:t>r</a:t>
            </a:r>
            <a:r>
              <a:rPr altLang="en-IN" lang="en-US"/>
              <a:t>s</a:t>
            </a:r>
            <a:r>
              <a:rPr altLang="en-IN" lang="en-US"/>
              <a:t>o</a:t>
            </a:r>
            <a:r>
              <a:rPr altLang="en-IN" lang="en-US"/>
              <a:t>n</a:t>
            </a:r>
            <a:r>
              <a:rPr altLang="en-IN" lang="en-US"/>
              <a:t>a</a:t>
            </a:r>
            <a:r>
              <a:rPr altLang="en-IN" lang="en-US"/>
              <a:t>l</a:t>
            </a:r>
            <a:r>
              <a:rPr altLang="en-IN" lang="en-US"/>
              <a:t> violence and crimes</a:t>
            </a:r>
            <a:r>
              <a:rPr altLang="en-IN" lang="en-US"/>
              <a:t>.</a:t>
            </a:r>
            <a:r>
              <a:rPr altLang="en-IN" lang="en-US"/>
              <a:t> </a:t>
            </a: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595" name=""/>
          <p:cNvSpPr>
            <a:spLocks noGrp="1"/>
          </p:cNvSpPr>
          <p:nvPr>
            <p:ph type="title"/>
          </p:nvPr>
        </p:nvSpPr>
        <p:spPr/>
        <p:txBody>
          <a:bodyPr/>
          <a:p>
            <a:r>
              <a:rPr altLang="en-IN" lang="en-US"/>
              <a:t>D</a:t>
            </a:r>
            <a:r>
              <a:rPr altLang="en-IN" lang="en-US"/>
              <a:t>E</a:t>
            </a:r>
            <a:r>
              <a:rPr altLang="en-IN" lang="en-US"/>
              <a:t>F</a:t>
            </a:r>
            <a:r>
              <a:rPr altLang="en-IN" lang="en-US"/>
              <a:t>I</a:t>
            </a:r>
            <a:r>
              <a:rPr altLang="en-IN" lang="en-US"/>
              <a:t>N</a:t>
            </a:r>
            <a:r>
              <a:rPr altLang="en-IN" lang="en-US"/>
              <a:t>I</a:t>
            </a:r>
            <a:r>
              <a:rPr altLang="en-IN" lang="en-US"/>
              <a:t>T</a:t>
            </a:r>
            <a:r>
              <a:rPr altLang="en-IN" lang="en-US"/>
              <a:t>I</a:t>
            </a:r>
            <a:r>
              <a:rPr altLang="en-IN" lang="en-US"/>
              <a:t>O</a:t>
            </a:r>
            <a:r>
              <a:rPr altLang="en-IN" lang="en-US"/>
              <a:t>N</a:t>
            </a:r>
            <a:endParaRPr lang="en-IN"/>
          </a:p>
        </p:txBody>
      </p:sp>
      <p:sp>
        <p:nvSpPr>
          <p:cNvPr id="1048596" name=""/>
          <p:cNvSpPr>
            <a:spLocks noGrp="1"/>
          </p:cNvSpPr>
          <p:nvPr>
            <p:ph idx="1"/>
          </p:nvPr>
        </p:nvSpPr>
        <p:spPr>
          <a:xfrm>
            <a:off x="99174" y="1690689"/>
            <a:ext cx="9044826" cy="4255400"/>
          </a:xfrm>
        </p:spPr>
        <p:txBody>
          <a:bodyPr>
            <a:normAutofit/>
          </a:bodyPr>
          <a:p>
            <a:pPr indent="0" marL="0">
              <a:buNone/>
            </a:pPr>
            <a:r>
              <a:rPr altLang="en-IN" lang="en-US"/>
              <a:t>Forensic nursing is defined as the application of the nursing process to public or legal proceedings and the application of forensic health care in the scientific investigation of trauma and or death related to abuse</a:t>
            </a:r>
            <a:r>
              <a:rPr altLang="en-IN" lang="en-US"/>
              <a:t>,</a:t>
            </a:r>
            <a:r>
              <a:rPr altLang="en-IN" lang="en-US"/>
              <a:t> violence , criminal activity</a:t>
            </a:r>
            <a:r>
              <a:rPr altLang="en-IN" lang="en-US"/>
              <a:t>,</a:t>
            </a:r>
            <a:r>
              <a:rPr altLang="en-IN" lang="en-US"/>
              <a:t> </a:t>
            </a:r>
            <a:r>
              <a:rPr altLang="en-IN" lang="en-US"/>
              <a:t>l</a:t>
            </a:r>
            <a:r>
              <a:rPr altLang="en-IN" lang="en-US"/>
              <a:t>i</a:t>
            </a:r>
            <a:r>
              <a:rPr altLang="en-IN" lang="en-US"/>
              <a:t>a</a:t>
            </a:r>
            <a:r>
              <a:rPr altLang="en-IN" lang="en-US"/>
              <a:t>b</a:t>
            </a:r>
            <a:r>
              <a:rPr altLang="en-IN" lang="en-US"/>
              <a:t>i</a:t>
            </a:r>
            <a:r>
              <a:rPr altLang="en-IN" lang="en-US"/>
              <a:t>l</a:t>
            </a:r>
            <a:r>
              <a:rPr altLang="en-IN" lang="en-US"/>
              <a:t>i</a:t>
            </a:r>
            <a:r>
              <a:rPr altLang="en-IN" lang="en-US"/>
              <a:t>t</a:t>
            </a:r>
            <a:r>
              <a:rPr altLang="en-IN" lang="en-US"/>
              <a:t>y</a:t>
            </a:r>
            <a:r>
              <a:rPr altLang="en-IN" lang="en-US"/>
              <a:t> </a:t>
            </a:r>
            <a:r>
              <a:rPr altLang="en-IN" lang="en-US"/>
              <a:t>, and accidents </a:t>
            </a:r>
            <a:r>
              <a:rPr altLang="en-IN" lang="en-US"/>
              <a:t>.</a:t>
            </a:r>
            <a:r>
              <a:rPr altLang="en-IN" lang="en-US"/>
              <a:t> </a:t>
            </a:r>
            <a:endParaRPr lang="en-IN"/>
          </a:p>
          <a:p>
            <a:pPr indent="0" marL="0">
              <a:buNone/>
            </a:pP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lang="en-US"/>
              <a:t> </a:t>
            </a:r>
            <a:r>
              <a:rPr altLang="en-IN" sz="3200" lang="en-US">
                <a:solidFill>
                  <a:srgbClr val="000000"/>
                </a:solidFill>
              </a:rPr>
              <a:t>L</a:t>
            </a:r>
            <a:r>
              <a:rPr altLang="en-IN" sz="3200" lang="en-US">
                <a:solidFill>
                  <a:srgbClr val="000000"/>
                </a:solidFill>
              </a:rPr>
              <a:t>y</a:t>
            </a:r>
            <a:r>
              <a:rPr altLang="en-IN" sz="3200" lang="en-US">
                <a:solidFill>
                  <a:srgbClr val="000000"/>
                </a:solidFill>
              </a:rPr>
              <a:t>n</a:t>
            </a:r>
            <a:r>
              <a:rPr altLang="en-IN" sz="3200" lang="en-US">
                <a:solidFill>
                  <a:srgbClr val="000000"/>
                </a:solidFill>
              </a:rPr>
              <a:t>c</a:t>
            </a:r>
            <a:r>
              <a:rPr altLang="en-IN" sz="3200" lang="en-US">
                <a:solidFill>
                  <a:srgbClr val="000000"/>
                </a:solidFill>
              </a:rPr>
              <a:t>h</a:t>
            </a:r>
            <a:r>
              <a:rPr altLang="en-IN" sz="3200" lang="en-US">
                <a:solidFill>
                  <a:srgbClr val="000000"/>
                </a:solidFill>
              </a:rPr>
              <a:t> </a:t>
            </a:r>
            <a:r>
              <a:rPr altLang="en-IN" sz="3200" lang="en-US">
                <a:solidFill>
                  <a:srgbClr val="000000"/>
                </a:solidFill>
              </a:rPr>
              <a:t>,</a:t>
            </a:r>
            <a:r>
              <a:rPr altLang="en-IN" sz="3200" lang="en-US">
                <a:solidFill>
                  <a:srgbClr val="000000"/>
                </a:solidFill>
              </a:rPr>
              <a:t>2</a:t>
            </a:r>
            <a:r>
              <a:rPr altLang="en-IN" sz="3200" lang="en-US">
                <a:solidFill>
                  <a:srgbClr val="000000"/>
                </a:solidFill>
              </a:rPr>
              <a:t>0</a:t>
            </a:r>
            <a:r>
              <a:rPr altLang="en-IN" sz="3200" lang="en-US">
                <a:solidFill>
                  <a:srgbClr val="000000"/>
                </a:solidFill>
              </a:rPr>
              <a:t>0</a:t>
            </a:r>
            <a:r>
              <a:rPr altLang="en-IN" sz="3200" lang="en-US">
                <a:solidFill>
                  <a:srgbClr val="000000"/>
                </a:solidFill>
              </a:rPr>
              <a:t>4</a:t>
            </a:r>
            <a:endParaRPr lang="en-IN"/>
          </a:p>
          <a:p>
            <a:pPr indent="0" marL="0">
              <a:buNone/>
            </a:pPr>
            <a:r>
              <a:rPr altLang="en-IN" sz="3200" lang="en-US">
                <a:solidFill>
                  <a:srgbClr val="000000"/>
                </a:solidFill>
              </a:rPr>
              <a:t>Forensic nursing is the practice of nursing globally when health and legal systems in</a:t>
            </a:r>
            <a:r>
              <a:rPr altLang="en-IN" sz="3200" lang="en-US">
                <a:solidFill>
                  <a:srgbClr val="000000"/>
                </a:solidFill>
              </a:rPr>
              <a:t>t</a:t>
            </a:r>
            <a:r>
              <a:rPr altLang="en-IN" sz="3200" lang="en-US">
                <a:solidFill>
                  <a:srgbClr val="000000"/>
                </a:solidFill>
              </a:rPr>
              <a:t>e</a:t>
            </a:r>
            <a:r>
              <a:rPr altLang="en-IN" sz="3200" lang="en-US">
                <a:solidFill>
                  <a:srgbClr val="000000"/>
                </a:solidFill>
              </a:rPr>
              <a:t>r</a:t>
            </a:r>
            <a:r>
              <a:rPr altLang="en-IN" sz="3200" lang="en-US">
                <a:solidFill>
                  <a:srgbClr val="000000"/>
                </a:solidFill>
              </a:rPr>
              <a:t>s</a:t>
            </a:r>
            <a:r>
              <a:rPr altLang="en-IN" sz="3200" lang="en-US">
                <a:solidFill>
                  <a:srgbClr val="000000"/>
                </a:solidFill>
              </a:rPr>
              <a:t>e</a:t>
            </a:r>
            <a:r>
              <a:rPr altLang="en-IN" sz="3200" lang="en-US">
                <a:solidFill>
                  <a:srgbClr val="000000"/>
                </a:solidFill>
              </a:rPr>
              <a:t>t</a:t>
            </a:r>
            <a:r>
              <a:rPr altLang="en-IN" sz="3200" lang="en-US">
                <a:solidFill>
                  <a:srgbClr val="000000"/>
                </a:solidFill>
              </a:rPr>
              <a:t>.</a:t>
            </a:r>
            <a:endParaRPr lang="en-IN"/>
          </a:p>
          <a:p>
            <a:pPr indent="0" marL="0">
              <a:buNone/>
            </a:pP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A</a:t>
            </a:r>
            <a:r>
              <a:rPr altLang="en-IN" sz="3200" lang="en-US">
                <a:solidFill>
                  <a:srgbClr val="000000"/>
                </a:solidFill>
              </a:rPr>
              <a:t>N</a:t>
            </a:r>
            <a:r>
              <a:rPr altLang="en-IN" sz="3200" lang="en-US">
                <a:solidFill>
                  <a:srgbClr val="000000"/>
                </a:solidFill>
              </a:rPr>
              <a:t>A</a:t>
            </a:r>
            <a:r>
              <a:rPr altLang="en-IN" sz="3200" lang="en-US">
                <a:solidFill>
                  <a:srgbClr val="000000"/>
                </a:solidFill>
              </a:rPr>
              <a:t> </a:t>
            </a:r>
            <a:r>
              <a:rPr altLang="en-IN" sz="3200" lang="en-US">
                <a:solidFill>
                  <a:srgbClr val="000000"/>
                </a:solidFill>
              </a:rPr>
              <a:t>a</a:t>
            </a:r>
            <a:r>
              <a:rPr altLang="en-IN" sz="3200" lang="en-US">
                <a:solidFill>
                  <a:srgbClr val="000000"/>
                </a:solidFill>
              </a:rPr>
              <a:t>n</a:t>
            </a:r>
            <a:r>
              <a:rPr altLang="en-IN" sz="3200" lang="en-US">
                <a:solidFill>
                  <a:srgbClr val="000000"/>
                </a:solidFill>
              </a:rPr>
              <a:t>d</a:t>
            </a:r>
            <a:r>
              <a:rPr altLang="en-IN" sz="3200" lang="en-US">
                <a:solidFill>
                  <a:srgbClr val="000000"/>
                </a:solidFill>
              </a:rPr>
              <a:t> </a:t>
            </a:r>
            <a:r>
              <a:rPr altLang="en-IN" sz="3200" lang="en-US">
                <a:solidFill>
                  <a:srgbClr val="000000"/>
                </a:solidFill>
              </a:rPr>
              <a:t>I</a:t>
            </a:r>
            <a:r>
              <a:rPr altLang="en-IN" sz="3200" lang="en-US">
                <a:solidFill>
                  <a:srgbClr val="000000"/>
                </a:solidFill>
              </a:rPr>
              <a:t>A</a:t>
            </a:r>
            <a:r>
              <a:rPr altLang="en-IN" sz="3200" lang="en-US">
                <a:solidFill>
                  <a:srgbClr val="000000"/>
                </a:solidFill>
              </a:rPr>
              <a:t>F</a:t>
            </a:r>
            <a:r>
              <a:rPr altLang="en-IN" sz="3200" lang="en-US">
                <a:solidFill>
                  <a:srgbClr val="000000"/>
                </a:solidFill>
              </a:rPr>
              <a:t>N</a:t>
            </a:r>
            <a:r>
              <a:rPr altLang="en-IN" sz="3200" lang="en-US">
                <a:solidFill>
                  <a:srgbClr val="000000"/>
                </a:solidFill>
              </a:rPr>
              <a:t>,</a:t>
            </a:r>
            <a:r>
              <a:rPr altLang="en-IN" sz="3200" lang="en-US">
                <a:solidFill>
                  <a:srgbClr val="000000"/>
                </a:solidFill>
              </a:rPr>
              <a:t> </a:t>
            </a:r>
            <a:r>
              <a:rPr altLang="en-IN" sz="3200" lang="en-US">
                <a:solidFill>
                  <a:srgbClr val="000000"/>
                </a:solidFill>
              </a:rPr>
              <a:t>2</a:t>
            </a:r>
            <a:r>
              <a:rPr altLang="en-IN" sz="3200" lang="en-US">
                <a:solidFill>
                  <a:srgbClr val="000000"/>
                </a:solidFill>
              </a:rPr>
              <a:t>0</a:t>
            </a:r>
            <a:r>
              <a:rPr altLang="en-IN" sz="3200" lang="en-US">
                <a:solidFill>
                  <a:srgbClr val="000000"/>
                </a:solidFill>
              </a:rPr>
              <a:t>0</a:t>
            </a:r>
            <a:r>
              <a:rPr altLang="en-IN" sz="3200" lang="en-US">
                <a:solidFill>
                  <a:srgbClr val="000000"/>
                </a:solidFill>
              </a:rPr>
              <a:t>9</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r>
              <a:rPr altLang="en-IN" sz="3200" lang="en-US">
                <a:solidFill>
                  <a:srgbClr val="000000"/>
                </a:solidFill>
              </a:rPr>
              <a:t> </a:t>
            </a: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597" name=""/>
          <p:cNvSpPr>
            <a:spLocks noGrp="1"/>
          </p:cNvSpPr>
          <p:nvPr>
            <p:ph type="title"/>
          </p:nvPr>
        </p:nvSpPr>
        <p:spPr/>
        <p:txBody>
          <a:bodyPr/>
          <a:p>
            <a:r>
              <a:rPr altLang="en-IN" lang="en-US"/>
              <a:t>H</a:t>
            </a:r>
            <a:r>
              <a:rPr altLang="en-IN" lang="en-US"/>
              <a:t>I</a:t>
            </a:r>
            <a:r>
              <a:rPr altLang="en-IN" lang="en-US"/>
              <a:t>S</a:t>
            </a:r>
            <a:r>
              <a:rPr altLang="en-IN" lang="en-US"/>
              <a:t>T</a:t>
            </a:r>
            <a:r>
              <a:rPr altLang="en-IN" lang="en-US"/>
              <a:t>O</a:t>
            </a:r>
            <a:r>
              <a:rPr altLang="en-IN" lang="en-US"/>
              <a:t>R</a:t>
            </a:r>
            <a:r>
              <a:rPr altLang="en-IN" lang="en-US"/>
              <a:t>Y</a:t>
            </a:r>
            <a:r>
              <a:rPr altLang="en-IN" lang="en-US"/>
              <a:t> </a:t>
            </a:r>
            <a:r>
              <a:rPr altLang="en-IN" lang="en-US"/>
              <a:t>O</a:t>
            </a:r>
            <a:r>
              <a:rPr altLang="en-IN" lang="en-US"/>
              <a:t>F</a:t>
            </a:r>
            <a:r>
              <a:rPr altLang="en-IN" lang="en-US"/>
              <a:t> </a:t>
            </a:r>
            <a:r>
              <a:rPr altLang="en-IN" lang="en-US"/>
              <a:t>F</a:t>
            </a:r>
            <a:r>
              <a:rPr altLang="en-IN" lang="en-US"/>
              <a:t>O</a:t>
            </a:r>
            <a:r>
              <a:rPr altLang="en-IN" lang="en-US"/>
              <a:t>R</a:t>
            </a:r>
            <a:r>
              <a:rPr altLang="en-IN" lang="en-US"/>
              <a:t>E</a:t>
            </a:r>
            <a:r>
              <a:rPr altLang="en-IN" lang="en-US"/>
              <a:t>N</a:t>
            </a:r>
            <a:r>
              <a:rPr altLang="en-IN" lang="en-US"/>
              <a:t>S</a:t>
            </a:r>
            <a:r>
              <a:rPr altLang="en-IN" lang="en-US"/>
              <a:t>I</a:t>
            </a:r>
            <a:r>
              <a:rPr altLang="en-IN" lang="en-US"/>
              <a:t>C</a:t>
            </a:r>
            <a:r>
              <a:rPr altLang="en-IN" lang="en-US"/>
              <a:t> </a:t>
            </a:r>
            <a:r>
              <a:rPr altLang="en-IN" lang="en-US"/>
              <a:t>N</a:t>
            </a:r>
            <a:r>
              <a:rPr altLang="en-IN" lang="en-US"/>
              <a:t>U</a:t>
            </a:r>
            <a:r>
              <a:rPr altLang="en-IN" lang="en-US"/>
              <a:t>R</a:t>
            </a:r>
            <a:r>
              <a:rPr altLang="en-IN" lang="en-US"/>
              <a:t>S</a:t>
            </a:r>
            <a:r>
              <a:rPr altLang="en-IN" lang="en-US"/>
              <a:t>I</a:t>
            </a:r>
            <a:r>
              <a:rPr altLang="en-IN" lang="en-US"/>
              <a:t>N</a:t>
            </a:r>
            <a:r>
              <a:rPr altLang="en-IN" lang="en-US"/>
              <a:t>G</a:t>
            </a:r>
            <a:endParaRPr lang="en-IN"/>
          </a:p>
        </p:txBody>
      </p:sp>
      <p:sp>
        <p:nvSpPr>
          <p:cNvPr id="1048598" name=""/>
          <p:cNvSpPr>
            <a:spLocks noGrp="1"/>
          </p:cNvSpPr>
          <p:nvPr>
            <p:ph idx="1"/>
          </p:nvPr>
        </p:nvSpPr>
        <p:spPr/>
        <p:txBody>
          <a:bodyPr>
            <a:normAutofit fontScale="78571" lnSpcReduction="20000"/>
          </a:bodyPr>
          <a:p>
            <a:pPr indent="0" marL="0">
              <a:buNone/>
            </a:pPr>
            <a:r>
              <a:rPr altLang="en-IN" lang="en-US">
                <a:solidFill>
                  <a:srgbClr val="0000FF"/>
                </a:solidFill>
              </a:rPr>
              <a:t>1</a:t>
            </a:r>
            <a:r>
              <a:rPr altLang="en-IN" lang="en-US">
                <a:solidFill>
                  <a:srgbClr val="0000FF"/>
                </a:solidFill>
              </a:rPr>
              <a:t>9</a:t>
            </a:r>
            <a:r>
              <a:rPr altLang="en-IN" lang="en-US">
                <a:solidFill>
                  <a:srgbClr val="0000FF"/>
                </a:solidFill>
              </a:rPr>
              <a:t>4</a:t>
            </a:r>
            <a:r>
              <a:rPr altLang="en-IN" lang="en-US">
                <a:solidFill>
                  <a:srgbClr val="0000FF"/>
                </a:solidFill>
              </a:rPr>
              <a:t>8</a:t>
            </a:r>
            <a:r>
              <a:rPr altLang="en-IN" lang="en-US"/>
              <a:t> </a:t>
            </a:r>
            <a:r>
              <a:rPr altLang="en-IN" lang="en-US"/>
              <a:t>Universal declaration of human rights pronounce</a:t>
            </a:r>
            <a:r>
              <a:rPr altLang="en-IN" lang="en-US"/>
              <a:t>s</a:t>
            </a:r>
            <a:r>
              <a:rPr altLang="en-IN" lang="en-US"/>
              <a:t> </a:t>
            </a:r>
            <a:r>
              <a:rPr altLang="en-IN" lang="en-US"/>
              <a:t>the article </a:t>
            </a:r>
            <a:r>
              <a:rPr altLang="en-IN" lang="en-US"/>
              <a:t>V</a:t>
            </a:r>
            <a:r>
              <a:rPr altLang="en-IN" lang="en-US"/>
              <a:t> that </a:t>
            </a:r>
            <a:r>
              <a:rPr altLang="en-IN" lang="en-US"/>
              <a:t>"</a:t>
            </a:r>
            <a:r>
              <a:rPr altLang="en-IN" lang="en-US"/>
              <a:t> </a:t>
            </a:r>
            <a:r>
              <a:rPr altLang="en-IN" lang="en-US"/>
              <a:t>no person will be subjected to torture or to </a:t>
            </a:r>
            <a:r>
              <a:rPr altLang="en-IN" lang="en-US"/>
              <a:t> </a:t>
            </a:r>
            <a:r>
              <a:rPr altLang="en-IN" lang="en-US"/>
              <a:t>c</a:t>
            </a:r>
            <a:r>
              <a:rPr altLang="en-IN" lang="en-US"/>
              <a:t>r</a:t>
            </a:r>
            <a:r>
              <a:rPr altLang="en-IN" lang="en-US"/>
              <a:t>u</a:t>
            </a:r>
            <a:r>
              <a:rPr altLang="en-IN" lang="en-US"/>
              <a:t>e</a:t>
            </a:r>
            <a:r>
              <a:rPr altLang="en-IN" lang="en-US"/>
              <a:t>l</a:t>
            </a:r>
            <a:r>
              <a:rPr altLang="en-IN" lang="en-US"/>
              <a:t>t</a:t>
            </a:r>
            <a:r>
              <a:rPr altLang="en-IN" lang="en-US"/>
              <a:t>y</a:t>
            </a:r>
            <a:r>
              <a:rPr altLang="en-IN" lang="en-US"/>
              <a:t>,</a:t>
            </a:r>
            <a:r>
              <a:rPr altLang="en-IN" lang="en-US"/>
              <a:t> </a:t>
            </a:r>
            <a:r>
              <a:rPr altLang="en-IN" lang="en-US"/>
              <a:t>i</a:t>
            </a:r>
            <a:r>
              <a:rPr altLang="en-IN" lang="en-US"/>
              <a:t>n</a:t>
            </a:r>
            <a:r>
              <a:rPr altLang="en-IN" lang="en-US"/>
              <a:t> </a:t>
            </a:r>
            <a:r>
              <a:rPr altLang="en-IN" lang="en-US"/>
              <a:t> human or degrading treatment or punishment</a:t>
            </a:r>
            <a:r>
              <a:rPr altLang="en-IN" lang="en-US"/>
              <a:t>"</a:t>
            </a:r>
            <a:endParaRPr lang="en-IN"/>
          </a:p>
          <a:p>
            <a:pPr indent="0" marL="0">
              <a:buNone/>
            </a:pPr>
            <a:r>
              <a:rPr altLang="en-IN" lang="en-US">
                <a:solidFill>
                  <a:srgbClr val="0000FF"/>
                </a:solidFill>
              </a:rPr>
              <a:t>1951 </a:t>
            </a:r>
            <a:r>
              <a:rPr altLang="en-IN" lang="en-US">
                <a:solidFill>
                  <a:srgbClr val="000000"/>
                </a:solidFill>
              </a:rPr>
              <a:t>Historical Chinese documents additionally found out evidence in the scientific death  investigation and wound  identification. It turned into most effective way for forensic nursing.</a:t>
            </a:r>
            <a:endParaRPr lang="en-IN">
              <a:solidFill>
                <a:srgbClr val="000000"/>
              </a:solidFill>
            </a:endParaRPr>
          </a:p>
          <a:p>
            <a:pPr indent="0" marL="0">
              <a:buNone/>
            </a:pPr>
            <a:r>
              <a:rPr altLang="en-IN" lang="en-US">
                <a:solidFill>
                  <a:srgbClr val="0000FF"/>
                </a:solidFill>
              </a:rPr>
              <a:t>1975  </a:t>
            </a:r>
            <a:r>
              <a:rPr altLang="en-IN" lang="en-US">
                <a:solidFill>
                  <a:srgbClr val="000000"/>
                </a:solidFill>
              </a:rPr>
              <a:t>Chief Medical Examiner in Canada</a:t>
            </a:r>
            <a:r>
              <a:rPr altLang="en-IN" lang="en-US">
                <a:solidFill>
                  <a:srgbClr val="000000"/>
                </a:solidFill>
              </a:rPr>
              <a:t>,</a:t>
            </a:r>
            <a:r>
              <a:rPr altLang="en-IN" lang="en-US">
                <a:solidFill>
                  <a:srgbClr val="000000"/>
                </a:solidFill>
              </a:rPr>
              <a:t>John Butt acknowledges the registered nurse  as an important resource to the field of death investigation.</a:t>
            </a:r>
            <a:endParaRPr lang="en-IN">
              <a:solidFill>
                <a:srgbClr val="000000"/>
              </a:solidFill>
            </a:endParaRPr>
          </a:p>
          <a:p>
            <a:pPr indent="0" marL="0">
              <a:buNone/>
            </a:pPr>
            <a:r>
              <a:rPr altLang="en-IN" lang="en-US">
                <a:solidFill>
                  <a:srgbClr val="0000FF"/>
                </a:solidFill>
              </a:rPr>
              <a:t>1984  </a:t>
            </a:r>
            <a:r>
              <a:rPr altLang="en-IN" lang="en-US">
                <a:solidFill>
                  <a:srgbClr val="000000"/>
                </a:solidFill>
              </a:rPr>
              <a:t>An USA surgeon identify the violence as a public health issue and health care providers as key  agent in reducing the effects of violence from society.</a:t>
            </a:r>
            <a:endParaRPr lang="en-IN">
              <a:solidFill>
                <a:srgbClr val="000000"/>
              </a:solidFill>
            </a:endParaRPr>
          </a:p>
          <a:p>
            <a:pPr indent="0" marL="0">
              <a:buNone/>
            </a:pPr>
            <a:endParaRPr lang="en-IN">
              <a:solidFill>
                <a:srgbClr val="000000"/>
              </a:solidFill>
            </a:endParaRPr>
          </a:p>
          <a:p>
            <a:pPr indent="0" marL="0">
              <a:buNone/>
            </a:pP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599" name=""/>
          <p:cNvSpPr>
            <a:spLocks noGrp="1"/>
          </p:cNvSpPr>
          <p:nvPr>
            <p:ph idx="1"/>
          </p:nvPr>
        </p:nvSpPr>
        <p:spPr>
          <a:xfrm>
            <a:off x="635040" y="193030"/>
            <a:ext cx="7886700" cy="4741173"/>
          </a:xfrm>
        </p:spPr>
        <p:txBody>
          <a:bodyPr/>
          <a:p>
            <a:r>
              <a:rPr altLang="en-IN" lang="en-US">
                <a:solidFill>
                  <a:srgbClr val="0000FF"/>
                </a:solidFill>
              </a:rPr>
              <a:t>1990  </a:t>
            </a:r>
            <a:r>
              <a:rPr altLang="en-IN" lang="en-US"/>
              <a:t>Role  of forensic nurse examiner was conceptualizes by Virginia Lynch</a:t>
            </a:r>
            <a:endParaRPr lang="en-IN"/>
          </a:p>
          <a:p>
            <a:r>
              <a:rPr altLang="en-IN" lang="en-US">
                <a:solidFill>
                  <a:srgbClr val="0000FF"/>
                </a:solidFill>
              </a:rPr>
              <a:t>1991</a:t>
            </a:r>
            <a:r>
              <a:rPr altLang="en-IN" lang="en-US"/>
              <a:t>  The American Nurses Association publishers a paper on violence against women is a nursing practice issue.</a:t>
            </a:r>
            <a:endParaRPr lang="en-IN"/>
          </a:p>
          <a:p>
            <a:r>
              <a:rPr altLang="en-IN" lang="en-US">
                <a:solidFill>
                  <a:srgbClr val="0000FF"/>
                </a:solidFill>
              </a:rPr>
              <a:t>1992</a:t>
            </a:r>
            <a:r>
              <a:rPr altLang="en-IN" lang="en-US"/>
              <a:t> The American Academy of Forensic Sciences  identifies forensic nursing as a scientific discipline.</a:t>
            </a:r>
            <a:endParaRPr lang="en-IN"/>
          </a:p>
        </p:txBody>
      </p:sp>
      <p:pic>
        <p:nvPicPr>
          <p:cNvPr id="2097153" name=""/>
          <p:cNvPicPr>
            <a:picLocks/>
          </p:cNvPicPr>
          <p:nvPr/>
        </p:nvPicPr>
        <p:blipFill>
          <a:blip xmlns:r="http://schemas.openxmlformats.org/officeDocument/2006/relationships" r:embed="rId1"/>
          <a:stretch>
            <a:fillRect/>
          </a:stretch>
        </p:blipFill>
        <p:spPr>
          <a:xfrm rot="0">
            <a:off x="2165397" y="3884145"/>
            <a:ext cx="3473081" cy="2323565"/>
          </a:xfrm>
          <a:prstGeom prst="rec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03" name=""/>
          <p:cNvSpPr txBox="1"/>
          <p:nvPr/>
        </p:nvSpPr>
        <p:spPr>
          <a:xfrm>
            <a:off x="494871" y="1538893"/>
            <a:ext cx="8154256" cy="4282439"/>
          </a:xfrm>
          <a:prstGeom prst="rect"/>
        </p:spPr>
        <p:txBody>
          <a:bodyPr rtlCol="0" wrap="square">
            <a:spAutoFit/>
          </a:bodyPr>
          <a:p>
            <a:r>
              <a:rPr sz="2800" lang="en-IN">
                <a:solidFill>
                  <a:srgbClr val="0000FF"/>
                </a:solidFill>
              </a:rPr>
              <a:t>1995  </a:t>
            </a:r>
            <a:r>
              <a:rPr sz="2800" lang="en-IN">
                <a:solidFill>
                  <a:srgbClr val="000000"/>
                </a:solidFill>
              </a:rPr>
              <a:t>The International Association of Forensic Nurses  was established as the first professional  nursing organization for forensic nurses. </a:t>
            </a:r>
            <a:endParaRPr sz="2800" lang="en-IN">
              <a:solidFill>
                <a:srgbClr val="000000"/>
              </a:solidFill>
            </a:endParaRPr>
          </a:p>
          <a:p>
            <a:r>
              <a:rPr sz="2800" lang="en-IN">
                <a:solidFill>
                  <a:srgbClr val="000000"/>
                </a:solidFill>
              </a:rPr>
              <a:t>
</a:t>
            </a:r>
            <a:r>
              <a:rPr sz="2800" lang="en-IN">
                <a:solidFill>
                  <a:srgbClr val="0000FF"/>
                </a:solidFill>
              </a:rPr>
              <a:t>1997</a:t>
            </a:r>
            <a:r>
              <a:rPr sz="2800" lang="en-IN">
                <a:solidFill>
                  <a:srgbClr val="000000"/>
                </a:solidFill>
              </a:rPr>
              <a:t> The American Nurses Association's Congress of the nursing  practice recognizes forensic nursing as a  speciality .</a:t>
            </a:r>
            <a:endParaRPr sz="2800" lang="en-IN">
              <a:solidFill>
                <a:srgbClr val="000000"/>
              </a:solidFill>
            </a:endParaRPr>
          </a:p>
          <a:p>
            <a:r>
              <a:rPr sz="2800" lang="en-IN">
                <a:solidFill>
                  <a:srgbClr val="000000"/>
                </a:solidFill>
              </a:rPr>
              <a:t>
</a:t>
            </a:r>
            <a:r>
              <a:rPr sz="2800" lang="en-IN">
                <a:solidFill>
                  <a:srgbClr val="0000FF"/>
                </a:solidFill>
              </a:rPr>
              <a:t>2005</a:t>
            </a:r>
            <a:r>
              <a:rPr sz="2800" lang="en-IN">
                <a:solidFill>
                  <a:srgbClr val="000000"/>
                </a:solidFill>
              </a:rPr>
              <a:t>  The Journal of Forensic Sciences publishes its  first issue</a:t>
            </a:r>
            <a:r>
              <a:rPr altLang="en-IN" sz="2800" lang="en-US">
                <a:solidFill>
                  <a:srgbClr val="000000"/>
                </a:solidFill>
              </a:rPr>
              <a:t>.</a:t>
            </a:r>
            <a:endParaRPr sz="2800" lang="en-IN">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04" name=""/>
          <p:cNvSpPr>
            <a:spLocks noGrp="1"/>
          </p:cNvSpPr>
          <p:nvPr>
            <p:ph type="title"/>
          </p:nvPr>
        </p:nvSpPr>
        <p:spPr/>
        <p:txBody>
          <a:bodyPr/>
          <a:p>
            <a:r>
              <a:rPr altLang="en-IN" lang="en-US"/>
              <a:t>S</a:t>
            </a:r>
            <a:r>
              <a:rPr altLang="en-IN" lang="en-US"/>
              <a:t>C</a:t>
            </a:r>
            <a:r>
              <a:rPr altLang="en-IN" lang="en-US"/>
              <a:t>O</a:t>
            </a:r>
            <a:r>
              <a:rPr altLang="en-IN" lang="en-US"/>
              <a:t>P</a:t>
            </a:r>
            <a:r>
              <a:rPr altLang="en-IN" lang="en-US"/>
              <a:t>E</a:t>
            </a:r>
            <a:r>
              <a:rPr altLang="en-IN" lang="en-US"/>
              <a:t> </a:t>
            </a:r>
            <a:r>
              <a:rPr altLang="en-IN" lang="en-US"/>
              <a:t>O</a:t>
            </a:r>
            <a:r>
              <a:rPr altLang="en-IN" lang="en-US"/>
              <a:t>F</a:t>
            </a:r>
            <a:r>
              <a:rPr altLang="en-IN" lang="en-US"/>
              <a:t> </a:t>
            </a:r>
            <a:r>
              <a:rPr altLang="en-IN" lang="en-US"/>
              <a:t>F</a:t>
            </a:r>
            <a:r>
              <a:rPr altLang="en-IN" lang="en-US"/>
              <a:t>O</a:t>
            </a:r>
            <a:r>
              <a:rPr altLang="en-IN" lang="en-US"/>
              <a:t>R</a:t>
            </a:r>
            <a:r>
              <a:rPr altLang="en-IN" lang="en-US"/>
              <a:t>E</a:t>
            </a:r>
            <a:r>
              <a:rPr altLang="en-IN" lang="en-US"/>
              <a:t>N</a:t>
            </a:r>
            <a:r>
              <a:rPr altLang="en-IN" lang="en-US"/>
              <a:t>S</a:t>
            </a:r>
            <a:r>
              <a:rPr altLang="en-IN" lang="en-US"/>
              <a:t>I</a:t>
            </a:r>
            <a:r>
              <a:rPr altLang="en-IN" lang="en-US"/>
              <a:t>C</a:t>
            </a:r>
            <a:r>
              <a:rPr altLang="en-IN" lang="en-US"/>
              <a:t> </a:t>
            </a:r>
            <a:r>
              <a:rPr altLang="en-IN" lang="en-US"/>
              <a:t>N</a:t>
            </a:r>
            <a:r>
              <a:rPr altLang="en-IN" lang="en-US"/>
              <a:t>U</a:t>
            </a:r>
            <a:r>
              <a:rPr altLang="en-IN" lang="en-US"/>
              <a:t>R</a:t>
            </a:r>
            <a:r>
              <a:rPr altLang="en-IN" lang="en-US"/>
              <a:t>S</a:t>
            </a:r>
            <a:r>
              <a:rPr altLang="en-IN" lang="en-US"/>
              <a:t>I</a:t>
            </a:r>
            <a:r>
              <a:rPr altLang="en-IN" lang="en-US"/>
              <a:t>N</a:t>
            </a:r>
            <a:r>
              <a:rPr altLang="en-IN" lang="en-US"/>
              <a:t>G</a:t>
            </a:r>
            <a:endParaRPr lang="en-IN"/>
          </a:p>
        </p:txBody>
      </p:sp>
      <p:sp>
        <p:nvSpPr>
          <p:cNvPr id="1048605" name=""/>
          <p:cNvSpPr>
            <a:spLocks noGrp="1"/>
          </p:cNvSpPr>
          <p:nvPr>
            <p:ph idx="1"/>
          </p:nvPr>
        </p:nvSpPr>
        <p:spPr/>
        <p:txBody>
          <a:bodyPr>
            <a:normAutofit fontScale="92857" lnSpcReduction="20000"/>
          </a:bodyPr>
          <a:p>
            <a:r>
              <a:rPr altLang="en-IN" lang="en-US"/>
              <a:t>C</a:t>
            </a:r>
            <a:r>
              <a:rPr altLang="en-IN" lang="en-US"/>
              <a:t>l</a:t>
            </a:r>
            <a:r>
              <a:rPr altLang="en-IN" lang="en-US"/>
              <a:t>i</a:t>
            </a:r>
            <a:r>
              <a:rPr altLang="en-IN" lang="en-US"/>
              <a:t>n</a:t>
            </a:r>
            <a:r>
              <a:rPr altLang="en-IN" lang="en-US"/>
              <a:t>i</a:t>
            </a:r>
            <a:r>
              <a:rPr altLang="en-IN" lang="en-US"/>
              <a:t>c</a:t>
            </a:r>
            <a:r>
              <a:rPr altLang="en-IN" lang="en-US"/>
              <a:t>a</a:t>
            </a:r>
            <a:r>
              <a:rPr altLang="en-IN" lang="en-US"/>
              <a:t>l</a:t>
            </a:r>
            <a:r>
              <a:rPr altLang="en-IN" lang="en-US"/>
              <a:t> </a:t>
            </a:r>
            <a:r>
              <a:rPr altLang="en-IN" lang="en-US"/>
              <a:t>forensi</a:t>
            </a:r>
            <a:r>
              <a:rPr altLang="en-IN" lang="en-US"/>
              <a:t>c</a:t>
            </a:r>
            <a:r>
              <a:rPr altLang="en-IN" lang="en-US"/>
              <a:t> </a:t>
            </a:r>
            <a:r>
              <a:rPr altLang="en-IN" lang="en-US"/>
              <a:t>n</a:t>
            </a:r>
            <a:r>
              <a:rPr altLang="en-IN" lang="en-US"/>
              <a:t>u</a:t>
            </a:r>
            <a:r>
              <a:rPr altLang="en-IN" lang="en-US"/>
              <a:t>r</a:t>
            </a:r>
            <a:r>
              <a:rPr altLang="en-IN" lang="en-US"/>
              <a:t>s</a:t>
            </a:r>
            <a:r>
              <a:rPr altLang="en-IN" lang="en-US"/>
              <a:t>e</a:t>
            </a:r>
            <a:r>
              <a:rPr altLang="en-IN" lang="en-US"/>
              <a:t>.</a:t>
            </a:r>
            <a:endParaRPr lang="en-IN"/>
          </a:p>
          <a:p>
            <a:r>
              <a:rPr altLang="en-IN" lang="en-US"/>
              <a:t> </a:t>
            </a:r>
            <a:r>
              <a:rPr altLang="en-IN" lang="en-US"/>
              <a:t> </a:t>
            </a:r>
            <a:r>
              <a:rPr altLang="en-IN" lang="en-US"/>
              <a:t>F</a:t>
            </a:r>
            <a:r>
              <a:rPr altLang="en-IN" lang="en-US"/>
              <a:t>o</a:t>
            </a:r>
            <a:r>
              <a:rPr altLang="en-IN" lang="en-US"/>
              <a:t>r</a:t>
            </a:r>
            <a:r>
              <a:rPr altLang="en-IN" lang="en-US"/>
              <a:t>e</a:t>
            </a:r>
            <a:r>
              <a:rPr altLang="en-IN" lang="en-US"/>
              <a:t>n</a:t>
            </a:r>
            <a:r>
              <a:rPr altLang="en-IN" lang="en-US"/>
              <a:t>s</a:t>
            </a:r>
            <a:r>
              <a:rPr altLang="en-IN" lang="en-US"/>
              <a:t>i</a:t>
            </a:r>
            <a:r>
              <a:rPr altLang="en-IN" lang="en-US"/>
              <a:t>c</a:t>
            </a:r>
            <a:r>
              <a:rPr altLang="en-IN" lang="en-US"/>
              <a:t> </a:t>
            </a:r>
            <a:r>
              <a:rPr altLang="en-IN" lang="en-US"/>
              <a:t>n</a:t>
            </a:r>
            <a:r>
              <a:rPr altLang="en-IN" lang="en-US"/>
              <a:t>u</a:t>
            </a:r>
            <a:r>
              <a:rPr altLang="en-IN" lang="en-US"/>
              <a:t>r</a:t>
            </a:r>
            <a:r>
              <a:rPr altLang="en-IN" lang="en-US"/>
              <a:t>s</a:t>
            </a:r>
            <a:r>
              <a:rPr altLang="en-IN" lang="en-US"/>
              <a:t>e</a:t>
            </a:r>
            <a:r>
              <a:rPr altLang="en-IN" lang="en-US"/>
              <a:t> </a:t>
            </a:r>
            <a:r>
              <a:rPr altLang="en-IN" lang="en-US"/>
              <a:t>i</a:t>
            </a:r>
            <a:r>
              <a:rPr altLang="en-IN" lang="en-US"/>
              <a:t>n</a:t>
            </a:r>
            <a:r>
              <a:rPr altLang="en-IN" lang="en-US"/>
              <a:t>v</a:t>
            </a:r>
            <a:r>
              <a:rPr altLang="en-IN" lang="en-US"/>
              <a:t>e</a:t>
            </a:r>
            <a:r>
              <a:rPr altLang="en-IN" lang="en-US"/>
              <a:t>s</a:t>
            </a:r>
            <a:r>
              <a:rPr altLang="en-IN" lang="en-US"/>
              <a:t>t</a:t>
            </a:r>
            <a:r>
              <a:rPr altLang="en-IN" lang="en-US"/>
              <a:t>i</a:t>
            </a:r>
            <a:r>
              <a:rPr altLang="en-IN" lang="en-US"/>
              <a:t>g</a:t>
            </a:r>
            <a:r>
              <a:rPr altLang="en-IN" lang="en-US"/>
              <a:t>a</a:t>
            </a:r>
            <a:r>
              <a:rPr altLang="en-IN" lang="en-US"/>
              <a:t>t</a:t>
            </a:r>
            <a:r>
              <a:rPr altLang="en-IN" lang="en-US"/>
              <a:t>o</a:t>
            </a:r>
            <a:r>
              <a:rPr altLang="en-IN" lang="en-US"/>
              <a:t>r</a:t>
            </a:r>
            <a:r>
              <a:rPr altLang="en-IN" lang="en-US"/>
              <a:t>s</a:t>
            </a:r>
            <a:endParaRPr lang="en-IN"/>
          </a:p>
          <a:p>
            <a:r>
              <a:rPr altLang="en-IN" lang="en-US"/>
              <a:t>.</a:t>
            </a:r>
            <a:r>
              <a:rPr altLang="en-IN" lang="en-US"/>
              <a:t> </a:t>
            </a:r>
            <a:r>
              <a:rPr altLang="en-IN" lang="en-US"/>
              <a:t>S</a:t>
            </a:r>
            <a:r>
              <a:rPr altLang="en-IN" lang="en-US"/>
              <a:t>e</a:t>
            </a:r>
            <a:r>
              <a:rPr altLang="en-IN" lang="en-US"/>
              <a:t>x</a:t>
            </a:r>
            <a:r>
              <a:rPr altLang="en-IN" lang="en-US"/>
              <a:t>u</a:t>
            </a:r>
            <a:r>
              <a:rPr altLang="en-IN" lang="en-US"/>
              <a:t>a</a:t>
            </a:r>
            <a:r>
              <a:rPr altLang="en-IN" lang="en-US"/>
              <a:t>l</a:t>
            </a:r>
            <a:r>
              <a:rPr altLang="en-IN" lang="en-US"/>
              <a:t> </a:t>
            </a:r>
            <a:r>
              <a:rPr altLang="en-IN" lang="en-US"/>
              <a:t>a</a:t>
            </a:r>
            <a:r>
              <a:rPr altLang="en-IN" lang="en-US"/>
              <a:t>s</a:t>
            </a:r>
            <a:r>
              <a:rPr altLang="en-IN" lang="en-US"/>
              <a:t>s</a:t>
            </a:r>
            <a:r>
              <a:rPr altLang="en-IN" lang="en-US"/>
              <a:t>a</a:t>
            </a:r>
            <a:r>
              <a:rPr altLang="en-IN" lang="en-US"/>
              <a:t>u</a:t>
            </a:r>
            <a:r>
              <a:rPr altLang="en-IN" lang="en-US"/>
              <a:t>l</a:t>
            </a:r>
            <a:r>
              <a:rPr altLang="en-IN" lang="en-US"/>
              <a:t>t</a:t>
            </a:r>
            <a:r>
              <a:rPr altLang="en-IN" lang="en-US"/>
              <a:t> </a:t>
            </a:r>
            <a:r>
              <a:rPr altLang="en-IN" lang="en-US"/>
              <a:t>n</a:t>
            </a:r>
            <a:r>
              <a:rPr altLang="en-IN" lang="en-US"/>
              <a:t>u</a:t>
            </a:r>
            <a:r>
              <a:rPr altLang="en-IN" lang="en-US"/>
              <a:t>r</a:t>
            </a:r>
            <a:r>
              <a:rPr altLang="en-IN" lang="en-US"/>
              <a:t>s</a:t>
            </a:r>
            <a:r>
              <a:rPr altLang="en-IN" lang="en-US"/>
              <a:t>e</a:t>
            </a:r>
            <a:r>
              <a:rPr altLang="en-IN" lang="en-US"/>
              <a:t> </a:t>
            </a:r>
            <a:r>
              <a:rPr altLang="en-IN" lang="en-US"/>
              <a:t>e</a:t>
            </a:r>
            <a:r>
              <a:rPr altLang="en-IN" lang="en-US"/>
              <a:t>x</a:t>
            </a:r>
            <a:r>
              <a:rPr altLang="en-IN" lang="en-US"/>
              <a:t>a</a:t>
            </a:r>
            <a:r>
              <a:rPr altLang="en-IN" lang="en-US"/>
              <a:t>m</a:t>
            </a:r>
            <a:r>
              <a:rPr altLang="en-IN" lang="en-US"/>
              <a:t>i</a:t>
            </a:r>
            <a:r>
              <a:rPr altLang="en-IN" lang="en-US"/>
              <a:t>n</a:t>
            </a:r>
            <a:r>
              <a:rPr altLang="en-IN" lang="en-US"/>
              <a:t>e</a:t>
            </a:r>
            <a:r>
              <a:rPr altLang="en-IN" lang="en-US"/>
              <a:t>r</a:t>
            </a:r>
            <a:endParaRPr lang="en-IN"/>
          </a:p>
          <a:p>
            <a:r>
              <a:rPr altLang="en-IN" lang="en-US"/>
              <a:t>.</a:t>
            </a:r>
            <a:r>
              <a:rPr altLang="en-IN" lang="en-US"/>
              <a:t> </a:t>
            </a:r>
            <a:r>
              <a:rPr altLang="en-IN" lang="en-US"/>
              <a:t>F</a:t>
            </a:r>
            <a:r>
              <a:rPr altLang="en-IN" lang="en-US"/>
              <a:t>o</a:t>
            </a:r>
            <a:r>
              <a:rPr altLang="en-IN" lang="en-US"/>
              <a:t>r</a:t>
            </a:r>
            <a:r>
              <a:rPr altLang="en-IN" lang="en-US"/>
              <a:t>e</a:t>
            </a:r>
            <a:r>
              <a:rPr altLang="en-IN" lang="en-US"/>
              <a:t>n</a:t>
            </a:r>
            <a:r>
              <a:rPr altLang="en-IN" lang="en-US"/>
              <a:t>s</a:t>
            </a:r>
            <a:r>
              <a:rPr altLang="en-IN" lang="en-US"/>
              <a:t>i</a:t>
            </a:r>
            <a:r>
              <a:rPr altLang="en-IN" lang="en-US"/>
              <a:t>c</a:t>
            </a:r>
            <a:r>
              <a:rPr altLang="en-IN" lang="en-US"/>
              <a:t> </a:t>
            </a:r>
            <a:r>
              <a:rPr altLang="en-IN" lang="en-US"/>
              <a:t>p</a:t>
            </a:r>
            <a:r>
              <a:rPr altLang="en-IN" lang="en-US"/>
              <a:t>s</a:t>
            </a:r>
            <a:r>
              <a:rPr altLang="en-IN" lang="en-US"/>
              <a:t>y</a:t>
            </a:r>
            <a:r>
              <a:rPr altLang="en-IN" lang="en-US"/>
              <a:t>c</a:t>
            </a:r>
            <a:r>
              <a:rPr altLang="en-IN" lang="en-US"/>
              <a:t>h</a:t>
            </a:r>
            <a:r>
              <a:rPr altLang="en-IN" lang="en-US"/>
              <a:t>i</a:t>
            </a:r>
            <a:r>
              <a:rPr altLang="en-IN" lang="en-US"/>
              <a:t>a</a:t>
            </a:r>
            <a:r>
              <a:rPr altLang="en-IN" lang="en-US"/>
              <a:t>t</a:t>
            </a:r>
            <a:r>
              <a:rPr altLang="en-IN" lang="en-US"/>
              <a:t>r</a:t>
            </a:r>
            <a:r>
              <a:rPr altLang="en-IN" lang="en-US"/>
              <a:t>i</a:t>
            </a:r>
            <a:r>
              <a:rPr altLang="en-IN" lang="en-US"/>
              <a:t>c</a:t>
            </a:r>
            <a:r>
              <a:rPr altLang="en-IN" lang="en-US"/>
              <a:t> </a:t>
            </a:r>
            <a:r>
              <a:rPr altLang="en-IN" lang="en-US"/>
              <a:t>n</a:t>
            </a:r>
            <a:r>
              <a:rPr altLang="en-IN" lang="en-US"/>
              <a:t>u</a:t>
            </a:r>
            <a:r>
              <a:rPr altLang="en-IN" lang="en-US"/>
              <a:t>r</a:t>
            </a:r>
            <a:r>
              <a:rPr altLang="en-IN" lang="en-US"/>
              <a:t>s</a:t>
            </a:r>
            <a:r>
              <a:rPr altLang="en-IN" lang="en-US"/>
              <a:t>e</a:t>
            </a:r>
            <a:endParaRPr lang="en-IN"/>
          </a:p>
          <a:p>
            <a:r>
              <a:rPr altLang="en-IN" lang="en-US"/>
              <a:t>.</a:t>
            </a:r>
            <a:r>
              <a:rPr altLang="en-IN" lang="en-US"/>
              <a:t> </a:t>
            </a:r>
            <a:r>
              <a:rPr altLang="en-IN" lang="en-US"/>
              <a:t>F</a:t>
            </a:r>
            <a:r>
              <a:rPr altLang="en-IN" lang="en-US"/>
              <a:t>o</a:t>
            </a:r>
            <a:r>
              <a:rPr altLang="en-IN" lang="en-US"/>
              <a:t>r</a:t>
            </a:r>
            <a:r>
              <a:rPr altLang="en-IN" lang="en-US"/>
              <a:t>e</a:t>
            </a:r>
            <a:r>
              <a:rPr altLang="en-IN" lang="en-US"/>
              <a:t>n</a:t>
            </a:r>
            <a:r>
              <a:rPr altLang="en-IN" lang="en-US"/>
              <a:t>s</a:t>
            </a:r>
            <a:r>
              <a:rPr altLang="en-IN" lang="en-US"/>
              <a:t>i</a:t>
            </a:r>
            <a:r>
              <a:rPr altLang="en-IN" lang="en-US"/>
              <a:t>c</a:t>
            </a:r>
            <a:r>
              <a:rPr altLang="en-IN" lang="en-US"/>
              <a:t> </a:t>
            </a:r>
            <a:r>
              <a:rPr altLang="en-IN" lang="en-US"/>
              <a:t>c</a:t>
            </a:r>
            <a:r>
              <a:rPr altLang="en-IN" lang="en-US"/>
              <a:t>o</a:t>
            </a:r>
            <a:r>
              <a:rPr altLang="en-IN" lang="en-US"/>
              <a:t>r</a:t>
            </a:r>
            <a:r>
              <a:rPr altLang="en-IN" lang="en-US"/>
              <a:t>r</a:t>
            </a:r>
            <a:r>
              <a:rPr altLang="en-IN" lang="en-US"/>
              <a:t>e</a:t>
            </a:r>
            <a:r>
              <a:rPr altLang="en-IN" lang="en-US"/>
              <a:t>c</a:t>
            </a:r>
            <a:r>
              <a:rPr altLang="en-IN" lang="en-US"/>
              <a:t>t</a:t>
            </a:r>
            <a:r>
              <a:rPr altLang="en-IN" lang="en-US"/>
              <a:t>i</a:t>
            </a:r>
            <a:r>
              <a:rPr altLang="en-IN" lang="en-US"/>
              <a:t>o</a:t>
            </a:r>
            <a:r>
              <a:rPr altLang="en-IN" lang="en-US"/>
              <a:t>n</a:t>
            </a:r>
            <a:r>
              <a:rPr altLang="en-IN" lang="en-US"/>
              <a:t>a</a:t>
            </a:r>
            <a:r>
              <a:rPr altLang="en-IN" lang="en-US"/>
              <a:t>l</a:t>
            </a:r>
            <a:r>
              <a:rPr altLang="en-IN" lang="en-US"/>
              <a:t> </a:t>
            </a:r>
            <a:r>
              <a:rPr altLang="en-IN" lang="en-US"/>
              <a:t>n</a:t>
            </a:r>
            <a:r>
              <a:rPr altLang="en-IN" lang="en-US"/>
              <a:t>u</a:t>
            </a:r>
            <a:r>
              <a:rPr altLang="en-IN" lang="en-US"/>
              <a:t>r</a:t>
            </a:r>
            <a:r>
              <a:rPr altLang="en-IN" lang="en-US"/>
              <a:t>s</a:t>
            </a:r>
            <a:r>
              <a:rPr altLang="en-IN" lang="en-US"/>
              <a:t>e</a:t>
            </a:r>
            <a:endParaRPr lang="en-IN"/>
          </a:p>
          <a:p>
            <a:r>
              <a:rPr altLang="en-IN" lang="en-US"/>
              <a:t>.</a:t>
            </a:r>
            <a:r>
              <a:rPr altLang="en-IN" lang="en-US"/>
              <a:t> </a:t>
            </a:r>
            <a:r>
              <a:rPr altLang="en-IN" lang="en-US"/>
              <a:t>L</a:t>
            </a:r>
            <a:r>
              <a:rPr altLang="en-IN" lang="en-US"/>
              <a:t>e</a:t>
            </a:r>
            <a:r>
              <a:rPr altLang="en-IN" lang="en-US"/>
              <a:t>g</a:t>
            </a:r>
            <a:r>
              <a:rPr altLang="en-IN" lang="en-US"/>
              <a:t>a</a:t>
            </a:r>
            <a:r>
              <a:rPr altLang="en-IN" lang="en-US"/>
              <a:t>l</a:t>
            </a:r>
            <a:r>
              <a:rPr altLang="en-IN" lang="en-US"/>
              <a:t> </a:t>
            </a:r>
            <a:r>
              <a:rPr altLang="en-IN" lang="en-US"/>
              <a:t>n</a:t>
            </a:r>
            <a:r>
              <a:rPr altLang="en-IN" lang="en-US"/>
              <a:t>u</a:t>
            </a:r>
            <a:r>
              <a:rPr altLang="en-IN" lang="en-US"/>
              <a:t>r</a:t>
            </a:r>
            <a:r>
              <a:rPr altLang="en-IN" lang="en-US"/>
              <a:t>s</a:t>
            </a:r>
            <a:r>
              <a:rPr altLang="en-IN" lang="en-US"/>
              <a:t>e</a:t>
            </a:r>
            <a:r>
              <a:rPr altLang="en-IN" lang="en-US"/>
              <a:t> </a:t>
            </a:r>
            <a:r>
              <a:rPr altLang="en-IN" lang="en-US"/>
              <a:t>c</a:t>
            </a:r>
            <a:r>
              <a:rPr altLang="en-IN" lang="en-US"/>
              <a:t>o</a:t>
            </a:r>
            <a:r>
              <a:rPr altLang="en-IN" lang="en-US"/>
              <a:t>n</a:t>
            </a:r>
            <a:r>
              <a:rPr altLang="en-IN" lang="en-US"/>
              <a:t>s</a:t>
            </a:r>
            <a:r>
              <a:rPr altLang="en-IN" lang="en-US"/>
              <a:t>u</a:t>
            </a:r>
            <a:r>
              <a:rPr altLang="en-IN" lang="en-US"/>
              <a:t>l</a:t>
            </a:r>
            <a:r>
              <a:rPr altLang="en-IN" lang="en-US"/>
              <a:t>t</a:t>
            </a:r>
            <a:r>
              <a:rPr altLang="en-IN" lang="en-US"/>
              <a:t>a</a:t>
            </a:r>
            <a:r>
              <a:rPr altLang="en-IN" lang="en-US"/>
              <a:t>n</a:t>
            </a:r>
            <a:r>
              <a:rPr altLang="en-IN" lang="en-US"/>
              <a:t>t</a:t>
            </a:r>
            <a:r>
              <a:rPr altLang="en-IN" lang="en-US"/>
              <a:t>s</a:t>
            </a:r>
            <a:endParaRPr lang="en-IN"/>
          </a:p>
          <a:p>
            <a:r>
              <a:rPr altLang="en-IN" lang="en-US"/>
              <a:t> </a:t>
            </a:r>
            <a:r>
              <a:rPr altLang="en-IN" lang="en-US"/>
              <a:t>Nur</a:t>
            </a:r>
            <a:r>
              <a:rPr altLang="en-IN" lang="en-US"/>
              <a:t>s</a:t>
            </a:r>
            <a:r>
              <a:rPr altLang="en-IN" lang="en-US"/>
              <a:t>e</a:t>
            </a:r>
            <a:r>
              <a:rPr altLang="en-IN" lang="en-US"/>
              <a:t> </a:t>
            </a:r>
            <a:r>
              <a:rPr altLang="en-IN" lang="en-US"/>
              <a:t>a</a:t>
            </a:r>
            <a:r>
              <a:rPr altLang="en-IN" lang="en-US"/>
              <a:t>t</a:t>
            </a:r>
            <a:r>
              <a:rPr altLang="en-IN" lang="en-US"/>
              <a:t>t</a:t>
            </a:r>
            <a:r>
              <a:rPr altLang="en-IN" lang="en-US"/>
              <a:t>o</a:t>
            </a:r>
            <a:r>
              <a:rPr altLang="en-IN" lang="en-US"/>
              <a:t>r</a:t>
            </a:r>
            <a:r>
              <a:rPr altLang="en-IN" lang="en-US"/>
              <a:t>n</a:t>
            </a:r>
            <a:r>
              <a:rPr altLang="en-IN" lang="en-US"/>
              <a:t>e</a:t>
            </a:r>
            <a:r>
              <a:rPr altLang="en-IN" lang="en-US"/>
              <a:t>y</a:t>
            </a:r>
            <a:endParaRPr lang="en-IN"/>
          </a:p>
          <a:p>
            <a:r>
              <a:rPr altLang="en-IN" lang="en-US"/>
              <a:t> </a:t>
            </a:r>
            <a:r>
              <a:rPr altLang="en-IN" lang="en-US"/>
              <a:t>N</a:t>
            </a:r>
            <a:r>
              <a:rPr altLang="en-IN" lang="en-US"/>
              <a:t>u</a:t>
            </a:r>
            <a:r>
              <a:rPr altLang="en-IN" lang="en-US"/>
              <a:t>r</a:t>
            </a:r>
            <a:r>
              <a:rPr altLang="en-IN" lang="en-US"/>
              <a:t>s</a:t>
            </a:r>
            <a:r>
              <a:rPr altLang="en-IN" lang="en-US"/>
              <a:t>e</a:t>
            </a:r>
            <a:r>
              <a:rPr altLang="en-IN" lang="en-US"/>
              <a:t> </a:t>
            </a:r>
            <a:r>
              <a:rPr altLang="en-IN" lang="en-US"/>
              <a:t>c</a:t>
            </a:r>
            <a:r>
              <a:rPr altLang="en-IN" lang="en-US"/>
              <a:t>o</a:t>
            </a:r>
            <a:r>
              <a:rPr altLang="en-IN" lang="en-US"/>
              <a:t>r</a:t>
            </a:r>
            <a:r>
              <a:rPr altLang="en-IN" lang="en-US"/>
              <a:t>o</a:t>
            </a:r>
            <a:r>
              <a:rPr altLang="en-IN" lang="en-US"/>
              <a:t>n</a:t>
            </a:r>
            <a:r>
              <a:rPr altLang="en-IN" lang="en-US"/>
              <a:t>e</a:t>
            </a:r>
            <a:r>
              <a:rPr altLang="en-IN" lang="en-US"/>
              <a:t>r</a:t>
            </a:r>
            <a:endParaRPr lang="en-IN"/>
          </a:p>
          <a:p>
            <a:r>
              <a:rPr altLang="en-IN" lang="en-US"/>
              <a:t> </a:t>
            </a:r>
            <a:r>
              <a:rPr altLang="en-IN" lang="en-US"/>
              <a:t>F</a:t>
            </a:r>
            <a:r>
              <a:rPr altLang="en-IN" lang="en-US"/>
              <a:t>o</a:t>
            </a:r>
            <a:r>
              <a:rPr altLang="en-IN" lang="en-US"/>
              <a:t>r</a:t>
            </a:r>
            <a:r>
              <a:rPr altLang="en-IN" lang="en-US"/>
              <a:t>e</a:t>
            </a:r>
            <a:r>
              <a:rPr altLang="en-IN" lang="en-US"/>
              <a:t>n</a:t>
            </a:r>
            <a:r>
              <a:rPr altLang="en-IN" lang="en-US"/>
              <a:t>s</a:t>
            </a:r>
            <a:r>
              <a:rPr altLang="en-IN" lang="en-US"/>
              <a:t>i</a:t>
            </a:r>
            <a:r>
              <a:rPr altLang="en-IN" lang="en-US"/>
              <a:t>c</a:t>
            </a:r>
            <a:r>
              <a:rPr altLang="en-IN" lang="en-US"/>
              <a:t> </a:t>
            </a:r>
            <a:r>
              <a:rPr altLang="en-IN" lang="en-US"/>
              <a:t>n</a:t>
            </a:r>
            <a:r>
              <a:rPr altLang="en-IN" lang="en-US"/>
              <a:t>u</a:t>
            </a:r>
            <a:r>
              <a:rPr altLang="en-IN" lang="en-US"/>
              <a:t>r</a:t>
            </a:r>
            <a:r>
              <a:rPr altLang="en-IN" lang="en-US"/>
              <a:t>s</a:t>
            </a:r>
            <a:r>
              <a:rPr altLang="en-IN" lang="en-US"/>
              <a:t>e</a:t>
            </a:r>
            <a:r>
              <a:rPr altLang="en-IN" lang="en-US"/>
              <a:t> </a:t>
            </a:r>
            <a:r>
              <a:rPr altLang="en-IN" lang="en-US"/>
              <a:t>e</a:t>
            </a:r>
            <a:r>
              <a:rPr altLang="en-IN" lang="en-US"/>
              <a:t>d</a:t>
            </a:r>
            <a:r>
              <a:rPr altLang="en-IN" lang="en-US"/>
              <a:t>u</a:t>
            </a:r>
            <a:r>
              <a:rPr altLang="en-IN" lang="en-US"/>
              <a:t>c</a:t>
            </a:r>
            <a:r>
              <a:rPr altLang="en-IN" lang="en-US"/>
              <a:t>a</a:t>
            </a:r>
            <a:r>
              <a:rPr altLang="en-IN" lang="en-US"/>
              <a:t>t</a:t>
            </a:r>
            <a:r>
              <a:rPr altLang="en-IN" lang="en-US"/>
              <a:t>o</a:t>
            </a:r>
            <a:r>
              <a:rPr altLang="en-IN" lang="en-US"/>
              <a:t>r</a:t>
            </a:r>
            <a:r>
              <a:rPr altLang="en-IN" lang="en-US"/>
              <a:t>.</a:t>
            </a: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06" name=""/>
          <p:cNvSpPr>
            <a:spLocks noGrp="1"/>
          </p:cNvSpPr>
          <p:nvPr>
            <p:ph idx="1"/>
          </p:nvPr>
        </p:nvSpPr>
        <p:spPr>
          <a:xfrm rot="11418">
            <a:off x="629067" y="1062195"/>
            <a:ext cx="3847752" cy="5561389"/>
          </a:xfrm>
        </p:spPr>
        <p:txBody>
          <a:bodyPr>
            <a:normAutofit fontScale="85714" lnSpcReduction="20000"/>
          </a:bodyPr>
          <a:p>
            <a:r>
              <a:rPr altLang="en-IN" lang="en-US">
                <a:solidFill>
                  <a:srgbClr val="800000"/>
                </a:solidFill>
              </a:rPr>
              <a:t>F</a:t>
            </a:r>
            <a:r>
              <a:rPr altLang="en-IN" lang="en-US">
                <a:solidFill>
                  <a:srgbClr val="800000"/>
                </a:solidFill>
              </a:rPr>
              <a:t>o</a:t>
            </a:r>
            <a:r>
              <a:rPr altLang="en-IN" lang="en-US">
                <a:solidFill>
                  <a:srgbClr val="800000"/>
                </a:solidFill>
              </a:rPr>
              <a:t>r</a:t>
            </a:r>
            <a:r>
              <a:rPr altLang="en-IN" lang="en-US">
                <a:solidFill>
                  <a:srgbClr val="800000"/>
                </a:solidFill>
              </a:rPr>
              <a:t>e</a:t>
            </a:r>
            <a:r>
              <a:rPr altLang="en-IN" lang="en-US">
                <a:solidFill>
                  <a:srgbClr val="800000"/>
                </a:solidFill>
              </a:rPr>
              <a:t>n</a:t>
            </a:r>
            <a:r>
              <a:rPr altLang="en-IN" lang="en-US">
                <a:solidFill>
                  <a:srgbClr val="800000"/>
                </a:solidFill>
              </a:rPr>
              <a:t>s</a:t>
            </a:r>
            <a:r>
              <a:rPr altLang="en-IN" lang="en-US">
                <a:solidFill>
                  <a:srgbClr val="800000"/>
                </a:solidFill>
              </a:rPr>
              <a:t>i</a:t>
            </a:r>
            <a:r>
              <a:rPr altLang="en-IN" lang="en-US">
                <a:solidFill>
                  <a:srgbClr val="800000"/>
                </a:solidFill>
              </a:rPr>
              <a:t>c</a:t>
            </a:r>
            <a:r>
              <a:rPr altLang="en-IN" lang="en-US">
                <a:solidFill>
                  <a:srgbClr val="800000"/>
                </a:solidFill>
              </a:rPr>
              <a:t> </a:t>
            </a:r>
            <a:r>
              <a:rPr altLang="en-IN" lang="en-US">
                <a:solidFill>
                  <a:srgbClr val="800000"/>
                </a:solidFill>
              </a:rPr>
              <a:t>c</a:t>
            </a:r>
            <a:r>
              <a:rPr altLang="en-IN" lang="en-US">
                <a:solidFill>
                  <a:srgbClr val="800000"/>
                </a:solidFill>
              </a:rPr>
              <a:t>l</a:t>
            </a:r>
            <a:r>
              <a:rPr altLang="en-IN" lang="en-US">
                <a:solidFill>
                  <a:srgbClr val="800000"/>
                </a:solidFill>
              </a:rPr>
              <a:t>i</a:t>
            </a:r>
            <a:r>
              <a:rPr altLang="en-IN" lang="en-US">
                <a:solidFill>
                  <a:srgbClr val="800000"/>
                </a:solidFill>
              </a:rPr>
              <a:t>n</a:t>
            </a:r>
            <a:r>
              <a:rPr altLang="en-IN" lang="en-US">
                <a:solidFill>
                  <a:srgbClr val="800000"/>
                </a:solidFill>
              </a:rPr>
              <a:t>i</a:t>
            </a:r>
            <a:r>
              <a:rPr altLang="en-IN" lang="en-US">
                <a:solidFill>
                  <a:srgbClr val="800000"/>
                </a:solidFill>
              </a:rPr>
              <a:t>c</a:t>
            </a:r>
            <a:r>
              <a:rPr altLang="en-IN" lang="en-US">
                <a:solidFill>
                  <a:srgbClr val="800000"/>
                </a:solidFill>
              </a:rPr>
              <a:t>a</a:t>
            </a:r>
            <a:r>
              <a:rPr altLang="en-IN" lang="en-US">
                <a:solidFill>
                  <a:srgbClr val="800000"/>
                </a:solidFill>
              </a:rPr>
              <a:t>l</a:t>
            </a:r>
            <a:r>
              <a:rPr altLang="en-IN" lang="en-US">
                <a:solidFill>
                  <a:srgbClr val="800000"/>
                </a:solidFill>
              </a:rPr>
              <a:t> </a:t>
            </a:r>
            <a:r>
              <a:rPr altLang="en-IN" lang="en-US">
                <a:solidFill>
                  <a:srgbClr val="800000"/>
                </a:solidFill>
              </a:rPr>
              <a:t>n</a:t>
            </a:r>
            <a:r>
              <a:rPr altLang="en-IN" lang="en-US">
                <a:solidFill>
                  <a:srgbClr val="800000"/>
                </a:solidFill>
              </a:rPr>
              <a:t>u</a:t>
            </a:r>
            <a:r>
              <a:rPr altLang="en-IN" lang="en-US">
                <a:solidFill>
                  <a:srgbClr val="800000"/>
                </a:solidFill>
              </a:rPr>
              <a:t>r</a:t>
            </a:r>
            <a:r>
              <a:rPr altLang="en-IN" lang="en-US">
                <a:solidFill>
                  <a:srgbClr val="800000"/>
                </a:solidFill>
              </a:rPr>
              <a:t>s</a:t>
            </a:r>
            <a:r>
              <a:rPr altLang="en-IN" lang="en-US">
                <a:solidFill>
                  <a:srgbClr val="800000"/>
                </a:solidFill>
              </a:rPr>
              <a:t>e</a:t>
            </a:r>
            <a:r>
              <a:rPr altLang="en-IN" lang="en-US">
                <a:solidFill>
                  <a:srgbClr val="800000"/>
                </a:solidFill>
              </a:rPr>
              <a:t> </a:t>
            </a:r>
            <a:r>
              <a:rPr altLang="en-IN" lang="en-US">
                <a:solidFill>
                  <a:srgbClr val="800000"/>
                </a:solidFill>
              </a:rPr>
              <a:t>s</a:t>
            </a:r>
            <a:r>
              <a:rPr altLang="en-IN" lang="en-US">
                <a:solidFill>
                  <a:srgbClr val="800000"/>
                </a:solidFill>
              </a:rPr>
              <a:t>p</a:t>
            </a:r>
            <a:r>
              <a:rPr altLang="en-IN" lang="en-US">
                <a:solidFill>
                  <a:srgbClr val="800000"/>
                </a:solidFill>
              </a:rPr>
              <a:t>e</a:t>
            </a:r>
            <a:r>
              <a:rPr altLang="en-IN" lang="en-US">
                <a:solidFill>
                  <a:srgbClr val="800000"/>
                </a:solidFill>
              </a:rPr>
              <a:t>c</a:t>
            </a:r>
            <a:r>
              <a:rPr altLang="en-IN" lang="en-US">
                <a:solidFill>
                  <a:srgbClr val="800000"/>
                </a:solidFill>
              </a:rPr>
              <a:t>i</a:t>
            </a:r>
            <a:r>
              <a:rPr altLang="en-IN" lang="en-US">
                <a:solidFill>
                  <a:srgbClr val="800000"/>
                </a:solidFill>
              </a:rPr>
              <a:t>a</a:t>
            </a:r>
            <a:r>
              <a:rPr altLang="en-IN" lang="en-US">
                <a:solidFill>
                  <a:srgbClr val="800000"/>
                </a:solidFill>
              </a:rPr>
              <a:t>l</a:t>
            </a:r>
            <a:r>
              <a:rPr altLang="en-IN" lang="en-US">
                <a:solidFill>
                  <a:srgbClr val="800000"/>
                </a:solidFill>
              </a:rPr>
              <a:t>i</a:t>
            </a:r>
            <a:r>
              <a:rPr altLang="en-IN" lang="en-US">
                <a:solidFill>
                  <a:srgbClr val="800000"/>
                </a:solidFill>
              </a:rPr>
              <a:t>s</a:t>
            </a:r>
            <a:r>
              <a:rPr altLang="en-IN" lang="en-US">
                <a:solidFill>
                  <a:srgbClr val="800000"/>
                </a:solidFill>
              </a:rPr>
              <a:t>t</a:t>
            </a:r>
            <a:r>
              <a:rPr altLang="en-IN" lang="en-US">
                <a:solidFill>
                  <a:srgbClr val="800000"/>
                </a:solidFill>
              </a:rPr>
              <a:t> </a:t>
            </a:r>
            <a:endParaRPr lang="en-IN">
              <a:solidFill>
                <a:srgbClr val="800000"/>
              </a:solidFill>
            </a:endParaRPr>
          </a:p>
          <a:p>
            <a:pPr indent="0" marL="0">
              <a:buNone/>
            </a:pPr>
            <a:r>
              <a:rPr altLang="en-IN" lang="en-US">
                <a:solidFill>
                  <a:srgbClr val="000000"/>
                </a:solidFill>
              </a:rPr>
              <a:t>I</a:t>
            </a:r>
            <a:r>
              <a:rPr altLang="en-IN" lang="en-US">
                <a:solidFill>
                  <a:srgbClr val="000000"/>
                </a:solidFill>
              </a:rPr>
              <a:t>t</a:t>
            </a:r>
            <a:r>
              <a:rPr altLang="en-IN" lang="en-US">
                <a:solidFill>
                  <a:srgbClr val="000000"/>
                </a:solidFill>
              </a:rPr>
              <a:t> </a:t>
            </a:r>
            <a:r>
              <a:rPr altLang="en-IN" lang="en-US">
                <a:solidFill>
                  <a:srgbClr val="000000"/>
                </a:solidFill>
              </a:rPr>
              <a:t>i</a:t>
            </a:r>
            <a:r>
              <a:rPr altLang="en-IN" lang="en-US">
                <a:solidFill>
                  <a:srgbClr val="000000"/>
                </a:solidFill>
              </a:rPr>
              <a:t>s</a:t>
            </a:r>
            <a:r>
              <a:rPr altLang="en-IN" lang="en-US">
                <a:solidFill>
                  <a:srgbClr val="000000"/>
                </a:solidFill>
              </a:rPr>
              <a:t> </a:t>
            </a:r>
            <a:r>
              <a:rPr altLang="en-IN" lang="en-US">
                <a:solidFill>
                  <a:srgbClr val="000000"/>
                </a:solidFill>
              </a:rPr>
              <a:t>a</a:t>
            </a:r>
            <a:r>
              <a:rPr altLang="en-IN" lang="en-US">
                <a:solidFill>
                  <a:srgbClr val="000000"/>
                </a:solidFill>
              </a:rPr>
              <a:t> </a:t>
            </a:r>
            <a:r>
              <a:rPr altLang="en-IN" lang="en-US">
                <a:solidFill>
                  <a:srgbClr val="000000"/>
                </a:solidFill>
              </a:rPr>
              <a:t>n</a:t>
            </a:r>
            <a:r>
              <a:rPr altLang="en-IN" lang="en-US">
                <a:solidFill>
                  <a:srgbClr val="000000"/>
                </a:solidFill>
              </a:rPr>
              <a:t>e</a:t>
            </a:r>
            <a:r>
              <a:rPr altLang="en-IN" lang="en-US">
                <a:solidFill>
                  <a:srgbClr val="000000"/>
                </a:solidFill>
              </a:rPr>
              <a:t>w</a:t>
            </a:r>
            <a:r>
              <a:rPr altLang="en-IN" lang="en-US">
                <a:solidFill>
                  <a:srgbClr val="000000"/>
                </a:solidFill>
              </a:rPr>
              <a:t>e</a:t>
            </a:r>
            <a:r>
              <a:rPr altLang="en-IN" lang="en-US">
                <a:solidFill>
                  <a:srgbClr val="000000"/>
                </a:solidFill>
              </a:rPr>
              <a:t>s</a:t>
            </a:r>
            <a:r>
              <a:rPr altLang="en-IN" lang="en-US">
                <a:solidFill>
                  <a:srgbClr val="000000"/>
                </a:solidFill>
              </a:rPr>
              <a:t>t</a:t>
            </a:r>
            <a:r>
              <a:rPr altLang="en-IN" lang="en-US">
                <a:solidFill>
                  <a:srgbClr val="000000"/>
                </a:solidFill>
              </a:rPr>
              <a:t> </a:t>
            </a:r>
            <a:r>
              <a:rPr altLang="en-IN" lang="en-US">
                <a:solidFill>
                  <a:srgbClr val="000000"/>
                </a:solidFill>
              </a:rPr>
              <a:t>s</a:t>
            </a:r>
            <a:r>
              <a:rPr altLang="en-IN" lang="en-US">
                <a:solidFill>
                  <a:srgbClr val="000000"/>
                </a:solidFill>
              </a:rPr>
              <a:t>p</a:t>
            </a:r>
            <a:r>
              <a:rPr altLang="en-IN" lang="en-US">
                <a:solidFill>
                  <a:srgbClr val="000000"/>
                </a:solidFill>
              </a:rPr>
              <a:t>e</a:t>
            </a:r>
            <a:r>
              <a:rPr altLang="en-IN" lang="en-US">
                <a:solidFill>
                  <a:srgbClr val="000000"/>
                </a:solidFill>
              </a:rPr>
              <a:t>c</a:t>
            </a:r>
            <a:r>
              <a:rPr altLang="en-IN" lang="en-US">
                <a:solidFill>
                  <a:srgbClr val="000000"/>
                </a:solidFill>
              </a:rPr>
              <a:t>i</a:t>
            </a:r>
            <a:r>
              <a:rPr altLang="en-IN" lang="en-US">
                <a:solidFill>
                  <a:srgbClr val="000000"/>
                </a:solidFill>
              </a:rPr>
              <a:t>a</a:t>
            </a:r>
            <a:r>
              <a:rPr altLang="en-IN" lang="en-US">
                <a:solidFill>
                  <a:srgbClr val="000000"/>
                </a:solidFill>
              </a:rPr>
              <a:t>l</a:t>
            </a:r>
            <a:r>
              <a:rPr altLang="en-IN" lang="en-US">
                <a:solidFill>
                  <a:srgbClr val="000000"/>
                </a:solidFill>
              </a:rPr>
              <a:t>i</a:t>
            </a:r>
            <a:r>
              <a:rPr altLang="en-IN" lang="en-US">
                <a:solidFill>
                  <a:srgbClr val="000000"/>
                </a:solidFill>
              </a:rPr>
              <a:t>s</a:t>
            </a:r>
            <a:r>
              <a:rPr altLang="en-IN" lang="en-US">
                <a:solidFill>
                  <a:srgbClr val="000000"/>
                </a:solidFill>
              </a:rPr>
              <a:t>a</a:t>
            </a:r>
            <a:r>
              <a:rPr altLang="en-IN" lang="en-US">
                <a:solidFill>
                  <a:srgbClr val="000000"/>
                </a:solidFill>
              </a:rPr>
              <a:t>t</a:t>
            </a:r>
            <a:r>
              <a:rPr altLang="en-IN" lang="en-US">
                <a:solidFill>
                  <a:srgbClr val="000000"/>
                </a:solidFill>
              </a:rPr>
              <a:t>i</a:t>
            </a:r>
            <a:r>
              <a:rPr altLang="en-IN" lang="en-US">
                <a:solidFill>
                  <a:srgbClr val="000000"/>
                </a:solidFill>
              </a:rPr>
              <a:t>o</a:t>
            </a:r>
            <a:r>
              <a:rPr altLang="en-IN" lang="en-US">
                <a:solidFill>
                  <a:srgbClr val="000000"/>
                </a:solidFill>
              </a:rPr>
              <a:t>n</a:t>
            </a:r>
            <a:r>
              <a:rPr altLang="en-IN" lang="en-US">
                <a:solidFill>
                  <a:srgbClr val="000000"/>
                </a:solidFill>
              </a:rPr>
              <a:t> </a:t>
            </a:r>
            <a:r>
              <a:rPr altLang="en-IN" lang="en-US">
                <a:solidFill>
                  <a:srgbClr val="000000"/>
                </a:solidFill>
              </a:rPr>
              <a:t>i</a:t>
            </a:r>
            <a:r>
              <a:rPr altLang="en-IN" lang="en-US">
                <a:solidFill>
                  <a:srgbClr val="000000"/>
                </a:solidFill>
              </a:rPr>
              <a:t>n</a:t>
            </a:r>
            <a:r>
              <a:rPr altLang="en-IN" lang="en-US">
                <a:solidFill>
                  <a:srgbClr val="000000"/>
                </a:solidFill>
              </a:rPr>
              <a:t> </a:t>
            </a:r>
            <a:r>
              <a:rPr altLang="en-IN" lang="en-US">
                <a:solidFill>
                  <a:srgbClr val="000000"/>
                </a:solidFill>
              </a:rPr>
              <a:t>n</a:t>
            </a:r>
            <a:r>
              <a:rPr altLang="en-IN" lang="en-US">
                <a:solidFill>
                  <a:srgbClr val="000000"/>
                </a:solidFill>
              </a:rPr>
              <a:t>u</a:t>
            </a:r>
            <a:r>
              <a:rPr altLang="en-IN" lang="en-US">
                <a:solidFill>
                  <a:srgbClr val="000000"/>
                </a:solidFill>
              </a:rPr>
              <a:t>r</a:t>
            </a:r>
            <a:r>
              <a:rPr altLang="en-IN" lang="en-US">
                <a:solidFill>
                  <a:srgbClr val="000000"/>
                </a:solidFill>
              </a:rPr>
              <a:t>s</a:t>
            </a:r>
            <a:r>
              <a:rPr altLang="en-IN" lang="en-US">
                <a:solidFill>
                  <a:srgbClr val="000000"/>
                </a:solidFill>
              </a:rPr>
              <a:t>i</a:t>
            </a:r>
            <a:r>
              <a:rPr altLang="en-IN" lang="en-US">
                <a:solidFill>
                  <a:srgbClr val="000000"/>
                </a:solidFill>
              </a:rPr>
              <a:t>n</a:t>
            </a:r>
            <a:r>
              <a:rPr altLang="en-IN" lang="en-US">
                <a:solidFill>
                  <a:srgbClr val="000000"/>
                </a:solidFill>
              </a:rPr>
              <a:t>g</a:t>
            </a:r>
            <a:r>
              <a:rPr altLang="en-IN" lang="en-US">
                <a:solidFill>
                  <a:srgbClr val="000000"/>
                </a:solidFill>
              </a:rPr>
              <a:t> </a:t>
            </a:r>
            <a:r>
              <a:rPr altLang="en-IN" lang="en-US">
                <a:solidFill>
                  <a:srgbClr val="000000"/>
                </a:solidFill>
              </a:rPr>
              <a:t>.</a:t>
            </a:r>
            <a:endParaRPr lang="en-IN">
              <a:solidFill>
                <a:srgbClr val="800000"/>
              </a:solidFill>
            </a:endParaRPr>
          </a:p>
          <a:p>
            <a:pPr indent="0" marL="0">
              <a:buNone/>
            </a:pPr>
            <a:r>
              <a:rPr altLang="en-IN" lang="en-US">
                <a:solidFill>
                  <a:srgbClr val="000000"/>
                </a:solidFill>
              </a:rPr>
              <a:t>R</a:t>
            </a:r>
            <a:r>
              <a:rPr altLang="en-IN" lang="en-US">
                <a:solidFill>
                  <a:srgbClr val="000000"/>
                </a:solidFill>
              </a:rPr>
              <a:t>e</a:t>
            </a:r>
            <a:r>
              <a:rPr altLang="en-IN" lang="en-US">
                <a:solidFill>
                  <a:srgbClr val="000000"/>
                </a:solidFill>
              </a:rPr>
              <a:t>q</a:t>
            </a:r>
            <a:r>
              <a:rPr altLang="en-IN" lang="en-US">
                <a:solidFill>
                  <a:srgbClr val="000000"/>
                </a:solidFill>
              </a:rPr>
              <a:t>u</a:t>
            </a:r>
            <a:r>
              <a:rPr altLang="en-IN" lang="en-US">
                <a:solidFill>
                  <a:srgbClr val="000000"/>
                </a:solidFill>
              </a:rPr>
              <a:t>i</a:t>
            </a:r>
            <a:r>
              <a:rPr altLang="en-IN" lang="en-US">
                <a:solidFill>
                  <a:srgbClr val="000000"/>
                </a:solidFill>
              </a:rPr>
              <a:t>r</a:t>
            </a:r>
            <a:r>
              <a:rPr altLang="en-IN" lang="en-US">
                <a:solidFill>
                  <a:srgbClr val="000000"/>
                </a:solidFill>
              </a:rPr>
              <a:t>e</a:t>
            </a:r>
            <a:r>
              <a:rPr altLang="en-IN" lang="en-US">
                <a:solidFill>
                  <a:srgbClr val="000000"/>
                </a:solidFill>
              </a:rPr>
              <a:t>s</a:t>
            </a:r>
            <a:r>
              <a:rPr altLang="en-IN" lang="en-US">
                <a:solidFill>
                  <a:srgbClr val="000000"/>
                </a:solidFill>
              </a:rPr>
              <a:t> </a:t>
            </a:r>
            <a:r>
              <a:rPr altLang="en-IN" lang="en-US">
                <a:solidFill>
                  <a:srgbClr val="000000"/>
                </a:solidFill>
              </a:rPr>
              <a:t>a</a:t>
            </a:r>
            <a:r>
              <a:rPr altLang="en-IN" lang="en-US">
                <a:solidFill>
                  <a:srgbClr val="000000"/>
                </a:solidFill>
              </a:rPr>
              <a:t> </a:t>
            </a:r>
            <a:r>
              <a:rPr altLang="en-IN" lang="en-US">
                <a:solidFill>
                  <a:srgbClr val="000000"/>
                </a:solidFill>
              </a:rPr>
              <a:t>m</a:t>
            </a:r>
            <a:r>
              <a:rPr altLang="en-IN" lang="en-US">
                <a:solidFill>
                  <a:srgbClr val="000000"/>
                </a:solidFill>
              </a:rPr>
              <a:t>a</a:t>
            </a:r>
            <a:r>
              <a:rPr altLang="en-IN" lang="en-US">
                <a:solidFill>
                  <a:srgbClr val="000000"/>
                </a:solidFill>
              </a:rPr>
              <a:t>s</a:t>
            </a:r>
            <a:r>
              <a:rPr altLang="en-IN" lang="en-US">
                <a:solidFill>
                  <a:srgbClr val="000000"/>
                </a:solidFill>
              </a:rPr>
              <a:t>t</a:t>
            </a:r>
            <a:r>
              <a:rPr altLang="en-IN" lang="en-US">
                <a:solidFill>
                  <a:srgbClr val="000000"/>
                </a:solidFill>
              </a:rPr>
              <a:t>e</a:t>
            </a:r>
            <a:r>
              <a:rPr altLang="en-IN" lang="en-US">
                <a:solidFill>
                  <a:srgbClr val="000000"/>
                </a:solidFill>
              </a:rPr>
              <a:t>r</a:t>
            </a:r>
            <a:r>
              <a:rPr altLang="en-IN" lang="en-US">
                <a:solidFill>
                  <a:srgbClr val="000000"/>
                </a:solidFill>
              </a:rPr>
              <a:t>s</a:t>
            </a:r>
            <a:r>
              <a:rPr altLang="en-IN" lang="en-US">
                <a:solidFill>
                  <a:srgbClr val="000000"/>
                </a:solidFill>
              </a:rPr>
              <a:t> </a:t>
            </a:r>
            <a:r>
              <a:rPr altLang="en-IN" lang="en-US">
                <a:solidFill>
                  <a:srgbClr val="000000"/>
                </a:solidFill>
              </a:rPr>
              <a:t>o</a:t>
            </a:r>
            <a:r>
              <a:rPr altLang="en-IN" lang="en-US">
                <a:solidFill>
                  <a:srgbClr val="000000"/>
                </a:solidFill>
              </a:rPr>
              <a:t>r</a:t>
            </a:r>
            <a:r>
              <a:rPr altLang="en-IN" lang="en-US">
                <a:solidFill>
                  <a:srgbClr val="000000"/>
                </a:solidFill>
              </a:rPr>
              <a:t> </a:t>
            </a:r>
            <a:r>
              <a:rPr altLang="en-IN" lang="en-US">
                <a:solidFill>
                  <a:srgbClr val="000000"/>
                </a:solidFill>
              </a:rPr>
              <a:t>d</a:t>
            </a:r>
            <a:r>
              <a:rPr altLang="en-IN" lang="en-US">
                <a:solidFill>
                  <a:srgbClr val="000000"/>
                </a:solidFill>
              </a:rPr>
              <a:t>o</a:t>
            </a:r>
            <a:r>
              <a:rPr altLang="en-IN" lang="en-US">
                <a:solidFill>
                  <a:srgbClr val="000000"/>
                </a:solidFill>
              </a:rPr>
              <a:t>c</a:t>
            </a:r>
            <a:r>
              <a:rPr altLang="en-IN" lang="en-US">
                <a:solidFill>
                  <a:srgbClr val="000000"/>
                </a:solidFill>
              </a:rPr>
              <a:t>t</a:t>
            </a:r>
            <a:r>
              <a:rPr altLang="en-IN" lang="en-US">
                <a:solidFill>
                  <a:srgbClr val="000000"/>
                </a:solidFill>
              </a:rPr>
              <a:t>o</a:t>
            </a:r>
            <a:r>
              <a:rPr altLang="en-IN" lang="en-US">
                <a:solidFill>
                  <a:srgbClr val="000000"/>
                </a:solidFill>
              </a:rPr>
              <a:t>r</a:t>
            </a:r>
            <a:r>
              <a:rPr altLang="en-IN" lang="en-US">
                <a:solidFill>
                  <a:srgbClr val="000000"/>
                </a:solidFill>
              </a:rPr>
              <a:t>a</a:t>
            </a:r>
            <a:r>
              <a:rPr altLang="en-IN" lang="en-US">
                <a:solidFill>
                  <a:srgbClr val="000000"/>
                </a:solidFill>
              </a:rPr>
              <a:t>l</a:t>
            </a:r>
            <a:r>
              <a:rPr altLang="en-IN" lang="en-US">
                <a:solidFill>
                  <a:srgbClr val="000000"/>
                </a:solidFill>
              </a:rPr>
              <a:t> </a:t>
            </a:r>
            <a:r>
              <a:rPr altLang="en-IN" lang="en-US">
                <a:solidFill>
                  <a:srgbClr val="000000"/>
                </a:solidFill>
              </a:rPr>
              <a:t>d</a:t>
            </a:r>
            <a:r>
              <a:rPr altLang="en-IN" lang="en-US">
                <a:solidFill>
                  <a:srgbClr val="000000"/>
                </a:solidFill>
              </a:rPr>
              <a:t>e</a:t>
            </a:r>
            <a:r>
              <a:rPr altLang="en-IN" lang="en-US">
                <a:solidFill>
                  <a:srgbClr val="000000"/>
                </a:solidFill>
              </a:rPr>
              <a:t>g</a:t>
            </a:r>
            <a:r>
              <a:rPr altLang="en-IN" lang="en-US">
                <a:solidFill>
                  <a:srgbClr val="000000"/>
                </a:solidFill>
              </a:rPr>
              <a:t>r</a:t>
            </a:r>
            <a:r>
              <a:rPr altLang="en-IN" lang="en-US">
                <a:solidFill>
                  <a:srgbClr val="000000"/>
                </a:solidFill>
              </a:rPr>
              <a:t>e</a:t>
            </a:r>
            <a:r>
              <a:rPr altLang="en-IN" lang="en-US">
                <a:solidFill>
                  <a:srgbClr val="000000"/>
                </a:solidFill>
              </a:rPr>
              <a:t>e</a:t>
            </a:r>
            <a:r>
              <a:rPr altLang="en-IN" lang="en-US">
                <a:solidFill>
                  <a:srgbClr val="000000"/>
                </a:solidFill>
              </a:rPr>
              <a:t> </a:t>
            </a:r>
            <a:r>
              <a:rPr altLang="en-IN" lang="en-US">
                <a:solidFill>
                  <a:srgbClr val="000000"/>
                </a:solidFill>
              </a:rPr>
              <a:t>i</a:t>
            </a:r>
            <a:r>
              <a:rPr altLang="en-IN" lang="en-US">
                <a:solidFill>
                  <a:srgbClr val="000000"/>
                </a:solidFill>
              </a:rPr>
              <a:t>n</a:t>
            </a:r>
            <a:r>
              <a:rPr altLang="en-IN" lang="en-US">
                <a:solidFill>
                  <a:srgbClr val="000000"/>
                </a:solidFill>
              </a:rPr>
              <a:t> </a:t>
            </a:r>
            <a:r>
              <a:rPr altLang="en-IN" lang="en-US">
                <a:solidFill>
                  <a:srgbClr val="000000"/>
                </a:solidFill>
              </a:rPr>
              <a:t>forens</a:t>
            </a:r>
            <a:r>
              <a:rPr altLang="en-IN" lang="en-US">
                <a:solidFill>
                  <a:srgbClr val="000000"/>
                </a:solidFill>
              </a:rPr>
              <a:t>i</a:t>
            </a:r>
            <a:r>
              <a:rPr altLang="en-IN" lang="en-US">
                <a:solidFill>
                  <a:srgbClr val="000000"/>
                </a:solidFill>
              </a:rPr>
              <a:t>c</a:t>
            </a:r>
            <a:r>
              <a:rPr altLang="en-IN" lang="en-US">
                <a:solidFill>
                  <a:srgbClr val="000000"/>
                </a:solidFill>
              </a:rPr>
              <a:t> </a:t>
            </a:r>
            <a:r>
              <a:rPr altLang="en-IN" lang="en-US">
                <a:solidFill>
                  <a:srgbClr val="000000"/>
                </a:solidFill>
              </a:rPr>
              <a:t>n</a:t>
            </a:r>
            <a:r>
              <a:rPr altLang="en-IN" lang="en-US">
                <a:solidFill>
                  <a:srgbClr val="000000"/>
                </a:solidFill>
              </a:rPr>
              <a:t>u</a:t>
            </a:r>
            <a:r>
              <a:rPr altLang="en-IN" lang="en-US">
                <a:solidFill>
                  <a:srgbClr val="000000"/>
                </a:solidFill>
              </a:rPr>
              <a:t>r</a:t>
            </a:r>
            <a:r>
              <a:rPr altLang="en-IN" lang="en-US">
                <a:solidFill>
                  <a:srgbClr val="000000"/>
                </a:solidFill>
              </a:rPr>
              <a:t>s</a:t>
            </a:r>
            <a:r>
              <a:rPr altLang="en-IN" lang="en-US">
                <a:solidFill>
                  <a:srgbClr val="000000"/>
                </a:solidFill>
              </a:rPr>
              <a:t>i</a:t>
            </a:r>
            <a:r>
              <a:rPr altLang="en-IN" lang="en-US">
                <a:solidFill>
                  <a:srgbClr val="000000"/>
                </a:solidFill>
              </a:rPr>
              <a:t>n</a:t>
            </a:r>
            <a:r>
              <a:rPr altLang="en-IN" lang="en-US">
                <a:solidFill>
                  <a:srgbClr val="000000"/>
                </a:solidFill>
              </a:rPr>
              <a:t>g</a:t>
            </a:r>
            <a:r>
              <a:rPr altLang="en-IN" lang="en-US">
                <a:solidFill>
                  <a:srgbClr val="000000"/>
                </a:solidFill>
              </a:rPr>
              <a:t>.</a:t>
            </a:r>
            <a:endParaRPr lang="en-IN">
              <a:solidFill>
                <a:srgbClr val="800000"/>
              </a:solidFill>
            </a:endParaRPr>
          </a:p>
          <a:p>
            <a:pPr indent="0" marL="0">
              <a:buNone/>
            </a:pPr>
            <a:r>
              <a:rPr altLang="en-IN" lang="en-US">
                <a:solidFill>
                  <a:srgbClr val="000000"/>
                </a:solidFill>
              </a:rPr>
              <a:t>D</a:t>
            </a:r>
            <a:r>
              <a:rPr altLang="en-IN" lang="en-US">
                <a:solidFill>
                  <a:srgbClr val="000000"/>
                </a:solidFill>
              </a:rPr>
              <a:t>e</a:t>
            </a:r>
            <a:r>
              <a:rPr altLang="en-IN" lang="en-US">
                <a:solidFill>
                  <a:srgbClr val="000000"/>
                </a:solidFill>
              </a:rPr>
              <a:t>v</a:t>
            </a:r>
            <a:r>
              <a:rPr altLang="en-IN" lang="en-US">
                <a:solidFill>
                  <a:srgbClr val="000000"/>
                </a:solidFill>
              </a:rPr>
              <a:t>e</a:t>
            </a:r>
            <a:r>
              <a:rPr altLang="en-IN" lang="en-US">
                <a:solidFill>
                  <a:srgbClr val="000000"/>
                </a:solidFill>
              </a:rPr>
              <a:t>l</a:t>
            </a:r>
            <a:r>
              <a:rPr altLang="en-IN" lang="en-US">
                <a:solidFill>
                  <a:srgbClr val="000000"/>
                </a:solidFill>
              </a:rPr>
              <a:t>o</a:t>
            </a:r>
            <a:r>
              <a:rPr altLang="en-IN" lang="en-US">
                <a:solidFill>
                  <a:srgbClr val="000000"/>
                </a:solidFill>
              </a:rPr>
              <a:t>p</a:t>
            </a:r>
            <a:r>
              <a:rPr altLang="en-IN" lang="en-US">
                <a:solidFill>
                  <a:srgbClr val="000000"/>
                </a:solidFill>
              </a:rPr>
              <a:t> </a:t>
            </a:r>
            <a:r>
              <a:rPr altLang="en-IN" lang="en-US">
                <a:solidFill>
                  <a:srgbClr val="000000"/>
                </a:solidFill>
              </a:rPr>
              <a:t>a</a:t>
            </a:r>
            <a:r>
              <a:rPr altLang="en-IN" lang="en-US">
                <a:solidFill>
                  <a:srgbClr val="000000"/>
                </a:solidFill>
              </a:rPr>
              <a:t>n</a:t>
            </a:r>
            <a:r>
              <a:rPr altLang="en-IN" lang="en-US">
                <a:solidFill>
                  <a:srgbClr val="000000"/>
                </a:solidFill>
              </a:rPr>
              <a:t>d</a:t>
            </a:r>
            <a:r>
              <a:rPr altLang="en-IN" lang="en-US">
                <a:solidFill>
                  <a:srgbClr val="000000"/>
                </a:solidFill>
              </a:rPr>
              <a:t> </a:t>
            </a:r>
            <a:r>
              <a:rPr altLang="en-IN" lang="en-US">
                <a:solidFill>
                  <a:srgbClr val="000000"/>
                </a:solidFill>
              </a:rPr>
              <a:t>i</a:t>
            </a:r>
            <a:r>
              <a:rPr altLang="en-IN" lang="en-US">
                <a:solidFill>
                  <a:srgbClr val="000000"/>
                </a:solidFill>
              </a:rPr>
              <a:t>m</a:t>
            </a:r>
            <a:r>
              <a:rPr altLang="en-IN" lang="en-US">
                <a:solidFill>
                  <a:srgbClr val="000000"/>
                </a:solidFill>
              </a:rPr>
              <a:t>p</a:t>
            </a:r>
            <a:r>
              <a:rPr altLang="en-IN" lang="en-US">
                <a:solidFill>
                  <a:srgbClr val="000000"/>
                </a:solidFill>
              </a:rPr>
              <a:t>l</a:t>
            </a:r>
            <a:r>
              <a:rPr altLang="en-IN" lang="en-US">
                <a:solidFill>
                  <a:srgbClr val="000000"/>
                </a:solidFill>
              </a:rPr>
              <a:t>e</a:t>
            </a:r>
            <a:r>
              <a:rPr altLang="en-IN" lang="en-US">
                <a:solidFill>
                  <a:srgbClr val="000000"/>
                </a:solidFill>
              </a:rPr>
              <a:t>m</a:t>
            </a:r>
            <a:r>
              <a:rPr altLang="en-IN" lang="en-US">
                <a:solidFill>
                  <a:srgbClr val="000000"/>
                </a:solidFill>
              </a:rPr>
              <a:t>e</a:t>
            </a:r>
            <a:r>
              <a:rPr altLang="en-IN" lang="en-US">
                <a:solidFill>
                  <a:srgbClr val="000000"/>
                </a:solidFill>
              </a:rPr>
              <a:t>n</a:t>
            </a:r>
            <a:r>
              <a:rPr altLang="en-IN" lang="en-US">
                <a:solidFill>
                  <a:srgbClr val="000000"/>
                </a:solidFill>
              </a:rPr>
              <a:t>t</a:t>
            </a:r>
            <a:r>
              <a:rPr altLang="en-IN" lang="en-US">
                <a:solidFill>
                  <a:srgbClr val="000000"/>
                </a:solidFill>
              </a:rPr>
              <a:t>s</a:t>
            </a:r>
            <a:r>
              <a:rPr altLang="en-IN" lang="en-US">
                <a:solidFill>
                  <a:srgbClr val="000000"/>
                </a:solidFill>
              </a:rPr>
              <a:t> </a:t>
            </a:r>
            <a:r>
              <a:rPr altLang="en-IN" lang="en-US">
                <a:solidFill>
                  <a:srgbClr val="000000"/>
                </a:solidFill>
              </a:rPr>
              <a:t>p</a:t>
            </a:r>
            <a:r>
              <a:rPr altLang="en-IN" lang="en-US">
                <a:solidFill>
                  <a:srgbClr val="000000"/>
                </a:solidFill>
              </a:rPr>
              <a:t>o</a:t>
            </a:r>
            <a:r>
              <a:rPr altLang="en-IN" lang="en-US">
                <a:solidFill>
                  <a:srgbClr val="000000"/>
                </a:solidFill>
              </a:rPr>
              <a:t>l</a:t>
            </a:r>
            <a:r>
              <a:rPr altLang="en-IN" lang="en-US">
                <a:solidFill>
                  <a:srgbClr val="000000"/>
                </a:solidFill>
              </a:rPr>
              <a:t>i</a:t>
            </a:r>
            <a:r>
              <a:rPr altLang="en-IN" lang="en-US">
                <a:solidFill>
                  <a:srgbClr val="000000"/>
                </a:solidFill>
              </a:rPr>
              <a:t>c</a:t>
            </a:r>
            <a:r>
              <a:rPr altLang="en-IN" lang="en-US">
                <a:solidFill>
                  <a:srgbClr val="000000"/>
                </a:solidFill>
              </a:rPr>
              <a:t>i</a:t>
            </a:r>
            <a:r>
              <a:rPr altLang="en-IN" lang="en-US">
                <a:solidFill>
                  <a:srgbClr val="000000"/>
                </a:solidFill>
              </a:rPr>
              <a:t>e</a:t>
            </a:r>
            <a:r>
              <a:rPr altLang="en-IN" lang="en-US">
                <a:solidFill>
                  <a:srgbClr val="000000"/>
                </a:solidFill>
              </a:rPr>
              <a:t>s</a:t>
            </a:r>
            <a:r>
              <a:rPr altLang="en-IN" lang="en-US">
                <a:solidFill>
                  <a:srgbClr val="000000"/>
                </a:solidFill>
              </a:rPr>
              <a:t> </a:t>
            </a:r>
            <a:r>
              <a:rPr altLang="en-IN" lang="en-US">
                <a:solidFill>
                  <a:srgbClr val="000000"/>
                </a:solidFill>
              </a:rPr>
              <a:t>r</a:t>
            </a:r>
            <a:r>
              <a:rPr altLang="en-IN" lang="en-US">
                <a:solidFill>
                  <a:srgbClr val="000000"/>
                </a:solidFill>
              </a:rPr>
              <a:t>e</a:t>
            </a:r>
            <a:r>
              <a:rPr altLang="en-IN" lang="en-US">
                <a:solidFill>
                  <a:srgbClr val="000000"/>
                </a:solidFill>
              </a:rPr>
              <a:t>l</a:t>
            </a:r>
            <a:r>
              <a:rPr altLang="en-IN" lang="en-US">
                <a:solidFill>
                  <a:srgbClr val="000000"/>
                </a:solidFill>
              </a:rPr>
              <a:t>a</a:t>
            </a:r>
            <a:r>
              <a:rPr altLang="en-IN" lang="en-US">
                <a:solidFill>
                  <a:srgbClr val="000000"/>
                </a:solidFill>
              </a:rPr>
              <a:t>t</a:t>
            </a:r>
            <a:r>
              <a:rPr altLang="en-IN" lang="en-US">
                <a:solidFill>
                  <a:srgbClr val="000000"/>
                </a:solidFill>
              </a:rPr>
              <a:t>e</a:t>
            </a:r>
            <a:r>
              <a:rPr altLang="en-IN" lang="en-US">
                <a:solidFill>
                  <a:srgbClr val="000000"/>
                </a:solidFill>
              </a:rPr>
              <a:t>d</a:t>
            </a:r>
            <a:r>
              <a:rPr altLang="en-IN" lang="en-US">
                <a:solidFill>
                  <a:srgbClr val="000000"/>
                </a:solidFill>
              </a:rPr>
              <a:t> </a:t>
            </a:r>
            <a:r>
              <a:rPr altLang="en-IN" lang="en-US">
                <a:solidFill>
                  <a:srgbClr val="000000"/>
                </a:solidFill>
              </a:rPr>
              <a:t>t</a:t>
            </a:r>
            <a:r>
              <a:rPr altLang="en-IN" lang="en-US">
                <a:solidFill>
                  <a:srgbClr val="000000"/>
                </a:solidFill>
              </a:rPr>
              <a:t>o</a:t>
            </a:r>
            <a:r>
              <a:rPr altLang="en-IN" lang="en-US">
                <a:solidFill>
                  <a:srgbClr val="000000"/>
                </a:solidFill>
              </a:rPr>
              <a:t> </a:t>
            </a:r>
            <a:r>
              <a:rPr altLang="en-IN" lang="en-US">
                <a:solidFill>
                  <a:srgbClr val="000000"/>
                </a:solidFill>
              </a:rPr>
              <a:t>f</a:t>
            </a:r>
            <a:r>
              <a:rPr altLang="en-IN" lang="en-US">
                <a:solidFill>
                  <a:srgbClr val="000000"/>
                </a:solidFill>
              </a:rPr>
              <a:t>o</a:t>
            </a:r>
            <a:r>
              <a:rPr altLang="en-IN" lang="en-US">
                <a:solidFill>
                  <a:srgbClr val="000000"/>
                </a:solidFill>
              </a:rPr>
              <a:t>r</a:t>
            </a:r>
            <a:r>
              <a:rPr altLang="en-IN" lang="en-US">
                <a:solidFill>
                  <a:srgbClr val="000000"/>
                </a:solidFill>
              </a:rPr>
              <a:t>e</a:t>
            </a:r>
            <a:r>
              <a:rPr altLang="en-IN" lang="en-US">
                <a:solidFill>
                  <a:srgbClr val="000000"/>
                </a:solidFill>
              </a:rPr>
              <a:t>n</a:t>
            </a:r>
            <a:r>
              <a:rPr altLang="en-IN" lang="en-US">
                <a:solidFill>
                  <a:srgbClr val="000000"/>
                </a:solidFill>
              </a:rPr>
              <a:t>s</a:t>
            </a:r>
            <a:r>
              <a:rPr altLang="en-IN" lang="en-US">
                <a:solidFill>
                  <a:srgbClr val="000000"/>
                </a:solidFill>
              </a:rPr>
              <a:t>i</a:t>
            </a:r>
            <a:r>
              <a:rPr altLang="en-IN" lang="en-US">
                <a:solidFill>
                  <a:srgbClr val="000000"/>
                </a:solidFill>
              </a:rPr>
              <a:t>c</a:t>
            </a:r>
            <a:r>
              <a:rPr altLang="en-IN" lang="en-US">
                <a:solidFill>
                  <a:srgbClr val="000000"/>
                </a:solidFill>
              </a:rPr>
              <a:t> </a:t>
            </a:r>
            <a:r>
              <a:rPr altLang="en-IN" lang="en-US">
                <a:solidFill>
                  <a:srgbClr val="000000"/>
                </a:solidFill>
              </a:rPr>
              <a:t>i</a:t>
            </a:r>
            <a:r>
              <a:rPr altLang="en-IN" lang="en-US">
                <a:solidFill>
                  <a:srgbClr val="000000"/>
                </a:solidFill>
              </a:rPr>
              <a:t>s</a:t>
            </a:r>
            <a:r>
              <a:rPr altLang="en-IN" lang="en-US">
                <a:solidFill>
                  <a:srgbClr val="000000"/>
                </a:solidFill>
              </a:rPr>
              <a:t>s</a:t>
            </a:r>
            <a:r>
              <a:rPr altLang="en-IN" lang="en-US">
                <a:solidFill>
                  <a:srgbClr val="000000"/>
                </a:solidFill>
              </a:rPr>
              <a:t>u</a:t>
            </a:r>
            <a:r>
              <a:rPr altLang="en-IN" lang="en-US">
                <a:solidFill>
                  <a:srgbClr val="000000"/>
                </a:solidFill>
              </a:rPr>
              <a:t>e</a:t>
            </a:r>
            <a:r>
              <a:rPr altLang="en-IN" lang="en-US">
                <a:solidFill>
                  <a:srgbClr val="000000"/>
                </a:solidFill>
              </a:rPr>
              <a:t>s</a:t>
            </a:r>
            <a:r>
              <a:rPr altLang="en-IN" lang="en-US">
                <a:solidFill>
                  <a:srgbClr val="000000"/>
                </a:solidFill>
              </a:rPr>
              <a:t> </a:t>
            </a:r>
            <a:r>
              <a:rPr altLang="en-IN" lang="en-US">
                <a:solidFill>
                  <a:srgbClr val="000000"/>
                </a:solidFill>
              </a:rPr>
              <a:t>and</a:t>
            </a:r>
            <a:r>
              <a:rPr altLang="en-IN" lang="en-US">
                <a:solidFill>
                  <a:srgbClr val="000000"/>
                </a:solidFill>
              </a:rPr>
              <a:t> </a:t>
            </a:r>
            <a:r>
              <a:rPr altLang="en-IN" lang="en-US">
                <a:solidFill>
                  <a:srgbClr val="000000"/>
                </a:solidFill>
              </a:rPr>
              <a:t>h</a:t>
            </a:r>
            <a:r>
              <a:rPr altLang="en-IN" lang="en-US">
                <a:solidFill>
                  <a:srgbClr val="000000"/>
                </a:solidFill>
              </a:rPr>
              <a:t>e</a:t>
            </a:r>
            <a:r>
              <a:rPr altLang="en-IN" lang="en-US">
                <a:solidFill>
                  <a:srgbClr val="000000"/>
                </a:solidFill>
              </a:rPr>
              <a:t>a</a:t>
            </a:r>
            <a:r>
              <a:rPr altLang="en-IN" lang="en-US">
                <a:solidFill>
                  <a:srgbClr val="000000"/>
                </a:solidFill>
              </a:rPr>
              <a:t>l</a:t>
            </a:r>
            <a:r>
              <a:rPr altLang="en-IN" lang="en-US">
                <a:solidFill>
                  <a:srgbClr val="000000"/>
                </a:solidFill>
              </a:rPr>
              <a:t>t</a:t>
            </a:r>
            <a:r>
              <a:rPr altLang="en-IN" lang="en-US">
                <a:solidFill>
                  <a:srgbClr val="000000"/>
                </a:solidFill>
              </a:rPr>
              <a:t>h</a:t>
            </a:r>
            <a:r>
              <a:rPr altLang="en-IN" lang="en-US">
                <a:solidFill>
                  <a:srgbClr val="000000"/>
                </a:solidFill>
              </a:rPr>
              <a:t> </a:t>
            </a:r>
            <a:r>
              <a:rPr altLang="en-IN" lang="en-US">
                <a:solidFill>
                  <a:srgbClr val="000000"/>
                </a:solidFill>
              </a:rPr>
              <a:t>c</a:t>
            </a:r>
            <a:r>
              <a:rPr altLang="en-IN" lang="en-US">
                <a:solidFill>
                  <a:srgbClr val="000000"/>
                </a:solidFill>
              </a:rPr>
              <a:t>a</a:t>
            </a:r>
            <a:r>
              <a:rPr altLang="en-IN" lang="en-US">
                <a:solidFill>
                  <a:srgbClr val="000000"/>
                </a:solidFill>
              </a:rPr>
              <a:t>r</a:t>
            </a:r>
            <a:r>
              <a:rPr altLang="en-IN" lang="en-US">
                <a:solidFill>
                  <a:srgbClr val="000000"/>
                </a:solidFill>
              </a:rPr>
              <a:t>e</a:t>
            </a:r>
            <a:r>
              <a:rPr altLang="en-IN" lang="en-US">
                <a:solidFill>
                  <a:srgbClr val="000000"/>
                </a:solidFill>
              </a:rPr>
              <a:t> </a:t>
            </a:r>
            <a:r>
              <a:rPr altLang="en-IN" lang="en-US">
                <a:solidFill>
                  <a:srgbClr val="000000"/>
                </a:solidFill>
              </a:rPr>
              <a:t>,</a:t>
            </a:r>
            <a:r>
              <a:rPr altLang="en-IN" lang="en-US">
                <a:solidFill>
                  <a:srgbClr val="000000"/>
                </a:solidFill>
              </a:rPr>
              <a:t> </a:t>
            </a:r>
            <a:r>
              <a:rPr altLang="en-IN" lang="en-US">
                <a:solidFill>
                  <a:srgbClr val="000000"/>
                </a:solidFill>
              </a:rPr>
              <a:t>c</a:t>
            </a:r>
            <a:r>
              <a:rPr altLang="en-IN" lang="en-US">
                <a:solidFill>
                  <a:srgbClr val="000000"/>
                </a:solidFill>
              </a:rPr>
              <a:t>o</a:t>
            </a:r>
            <a:r>
              <a:rPr altLang="en-IN" lang="en-US">
                <a:solidFill>
                  <a:srgbClr val="000000"/>
                </a:solidFill>
              </a:rPr>
              <a:t>n</a:t>
            </a:r>
            <a:r>
              <a:rPr altLang="en-IN" lang="en-US">
                <a:solidFill>
                  <a:srgbClr val="000000"/>
                </a:solidFill>
              </a:rPr>
              <a:t>d</a:t>
            </a:r>
            <a:r>
              <a:rPr altLang="en-IN" lang="en-US">
                <a:solidFill>
                  <a:srgbClr val="000000"/>
                </a:solidFill>
              </a:rPr>
              <a:t>u</a:t>
            </a:r>
            <a:r>
              <a:rPr altLang="en-IN" lang="en-US">
                <a:solidFill>
                  <a:srgbClr val="000000"/>
                </a:solidFill>
              </a:rPr>
              <a:t>c</a:t>
            </a:r>
            <a:r>
              <a:rPr altLang="en-IN" lang="en-US">
                <a:solidFill>
                  <a:srgbClr val="000000"/>
                </a:solidFill>
              </a:rPr>
              <a:t>t</a:t>
            </a:r>
            <a:r>
              <a:rPr altLang="en-IN" lang="en-US">
                <a:solidFill>
                  <a:srgbClr val="000000"/>
                </a:solidFill>
              </a:rPr>
              <a:t>s</a:t>
            </a:r>
            <a:r>
              <a:rPr altLang="en-IN" lang="en-US">
                <a:solidFill>
                  <a:srgbClr val="000000"/>
                </a:solidFill>
              </a:rPr>
              <a:t> </a:t>
            </a:r>
            <a:r>
              <a:rPr altLang="en-IN" lang="en-US">
                <a:solidFill>
                  <a:srgbClr val="000000"/>
                </a:solidFill>
              </a:rPr>
              <a:t>r</a:t>
            </a:r>
            <a:r>
              <a:rPr altLang="en-IN" lang="en-US">
                <a:solidFill>
                  <a:srgbClr val="000000"/>
                </a:solidFill>
              </a:rPr>
              <a:t>e</a:t>
            </a:r>
            <a:r>
              <a:rPr altLang="en-IN" lang="en-US">
                <a:solidFill>
                  <a:srgbClr val="000000"/>
                </a:solidFill>
              </a:rPr>
              <a:t>s</a:t>
            </a:r>
            <a:r>
              <a:rPr altLang="en-IN" lang="en-US">
                <a:solidFill>
                  <a:srgbClr val="000000"/>
                </a:solidFill>
              </a:rPr>
              <a:t>e</a:t>
            </a:r>
            <a:r>
              <a:rPr altLang="en-IN" lang="en-US">
                <a:solidFill>
                  <a:srgbClr val="000000"/>
                </a:solidFill>
              </a:rPr>
              <a:t>a</a:t>
            </a:r>
            <a:r>
              <a:rPr altLang="en-IN" lang="en-US">
                <a:solidFill>
                  <a:srgbClr val="000000"/>
                </a:solidFill>
              </a:rPr>
              <a:t>r</a:t>
            </a:r>
            <a:r>
              <a:rPr altLang="en-IN" lang="en-US">
                <a:solidFill>
                  <a:srgbClr val="000000"/>
                </a:solidFill>
              </a:rPr>
              <a:t>c</a:t>
            </a:r>
            <a:r>
              <a:rPr altLang="en-IN" lang="en-US">
                <a:solidFill>
                  <a:srgbClr val="000000"/>
                </a:solidFill>
              </a:rPr>
              <a:t>h</a:t>
            </a:r>
            <a:r>
              <a:rPr altLang="en-IN" lang="en-US">
                <a:solidFill>
                  <a:srgbClr val="000000"/>
                </a:solidFill>
              </a:rPr>
              <a:t> </a:t>
            </a:r>
            <a:r>
              <a:rPr altLang="en-IN" lang="en-US">
                <a:solidFill>
                  <a:srgbClr val="000000"/>
                </a:solidFill>
              </a:rPr>
              <a:t>i</a:t>
            </a:r>
            <a:r>
              <a:rPr altLang="en-IN" lang="en-US">
                <a:solidFill>
                  <a:srgbClr val="000000"/>
                </a:solidFill>
              </a:rPr>
              <a:t>n</a:t>
            </a:r>
            <a:r>
              <a:rPr altLang="en-IN" lang="en-US">
                <a:solidFill>
                  <a:srgbClr val="000000"/>
                </a:solidFill>
              </a:rPr>
              <a:t> </a:t>
            </a:r>
            <a:r>
              <a:rPr altLang="en-IN" lang="en-US">
                <a:solidFill>
                  <a:srgbClr val="000000"/>
                </a:solidFill>
              </a:rPr>
              <a:t>f</a:t>
            </a:r>
            <a:r>
              <a:rPr altLang="en-IN" lang="en-US">
                <a:solidFill>
                  <a:srgbClr val="000000"/>
                </a:solidFill>
              </a:rPr>
              <a:t>o</a:t>
            </a:r>
            <a:r>
              <a:rPr altLang="en-IN" lang="en-US">
                <a:solidFill>
                  <a:srgbClr val="000000"/>
                </a:solidFill>
              </a:rPr>
              <a:t>r</a:t>
            </a:r>
            <a:r>
              <a:rPr altLang="en-IN" lang="en-US">
                <a:solidFill>
                  <a:srgbClr val="000000"/>
                </a:solidFill>
              </a:rPr>
              <a:t>e</a:t>
            </a:r>
            <a:r>
              <a:rPr altLang="en-IN" lang="en-US">
                <a:solidFill>
                  <a:srgbClr val="000000"/>
                </a:solidFill>
              </a:rPr>
              <a:t>n</a:t>
            </a:r>
            <a:r>
              <a:rPr altLang="en-IN" lang="en-US">
                <a:solidFill>
                  <a:srgbClr val="000000"/>
                </a:solidFill>
              </a:rPr>
              <a:t>s</a:t>
            </a:r>
            <a:r>
              <a:rPr altLang="en-IN" lang="en-US">
                <a:solidFill>
                  <a:srgbClr val="000000"/>
                </a:solidFill>
              </a:rPr>
              <a:t>i</a:t>
            </a:r>
            <a:r>
              <a:rPr altLang="en-IN" lang="en-US">
                <a:solidFill>
                  <a:srgbClr val="000000"/>
                </a:solidFill>
              </a:rPr>
              <a:t>c</a:t>
            </a:r>
            <a:r>
              <a:rPr altLang="en-IN" lang="en-US">
                <a:solidFill>
                  <a:srgbClr val="000000"/>
                </a:solidFill>
              </a:rPr>
              <a:t> </a:t>
            </a:r>
            <a:r>
              <a:rPr altLang="en-IN" lang="en-US">
                <a:solidFill>
                  <a:srgbClr val="000000"/>
                </a:solidFill>
              </a:rPr>
              <a:t>n</a:t>
            </a:r>
            <a:r>
              <a:rPr altLang="en-IN" lang="en-US">
                <a:solidFill>
                  <a:srgbClr val="000000"/>
                </a:solidFill>
              </a:rPr>
              <a:t>u</a:t>
            </a:r>
            <a:r>
              <a:rPr altLang="en-IN" lang="en-US">
                <a:solidFill>
                  <a:srgbClr val="000000"/>
                </a:solidFill>
              </a:rPr>
              <a:t>r</a:t>
            </a:r>
            <a:r>
              <a:rPr altLang="en-IN" lang="en-US">
                <a:solidFill>
                  <a:srgbClr val="000000"/>
                </a:solidFill>
              </a:rPr>
              <a:t>s</a:t>
            </a:r>
            <a:r>
              <a:rPr altLang="en-IN" lang="en-US">
                <a:solidFill>
                  <a:srgbClr val="000000"/>
                </a:solidFill>
              </a:rPr>
              <a:t>i</a:t>
            </a:r>
            <a:r>
              <a:rPr altLang="en-IN" lang="en-US">
                <a:solidFill>
                  <a:srgbClr val="000000"/>
                </a:solidFill>
              </a:rPr>
              <a:t>n</a:t>
            </a:r>
            <a:r>
              <a:rPr altLang="en-IN" lang="en-US">
                <a:solidFill>
                  <a:srgbClr val="000000"/>
                </a:solidFill>
              </a:rPr>
              <a:t>g</a:t>
            </a:r>
            <a:r>
              <a:rPr altLang="en-IN" lang="en-US">
                <a:solidFill>
                  <a:srgbClr val="000000"/>
                </a:solidFill>
              </a:rPr>
              <a:t> </a:t>
            </a:r>
            <a:r>
              <a:rPr altLang="en-IN" lang="en-US">
                <a:solidFill>
                  <a:srgbClr val="000000"/>
                </a:solidFill>
              </a:rPr>
              <a:t>,</a:t>
            </a:r>
            <a:r>
              <a:rPr altLang="en-IN" lang="en-US">
                <a:solidFill>
                  <a:srgbClr val="000000"/>
                </a:solidFill>
              </a:rPr>
              <a:t> </a:t>
            </a:r>
            <a:r>
              <a:rPr altLang="en-IN" lang="en-US">
                <a:solidFill>
                  <a:srgbClr val="000000"/>
                </a:solidFill>
              </a:rPr>
              <a:t>d</a:t>
            </a:r>
            <a:r>
              <a:rPr altLang="en-IN" lang="en-US">
                <a:solidFill>
                  <a:srgbClr val="000000"/>
                </a:solidFill>
              </a:rPr>
              <a:t>e</a:t>
            </a:r>
            <a:r>
              <a:rPr altLang="en-IN" lang="en-US">
                <a:solidFill>
                  <a:srgbClr val="000000"/>
                </a:solidFill>
              </a:rPr>
              <a:t>f</a:t>
            </a:r>
            <a:r>
              <a:rPr altLang="en-IN" lang="en-US">
                <a:solidFill>
                  <a:srgbClr val="000000"/>
                </a:solidFill>
              </a:rPr>
              <a:t>e</a:t>
            </a:r>
            <a:r>
              <a:rPr altLang="en-IN" lang="en-US">
                <a:solidFill>
                  <a:srgbClr val="000000"/>
                </a:solidFill>
              </a:rPr>
              <a:t>n</a:t>
            </a:r>
            <a:r>
              <a:rPr altLang="en-IN" lang="en-US">
                <a:solidFill>
                  <a:srgbClr val="000000"/>
                </a:solidFill>
              </a:rPr>
              <a:t>s</a:t>
            </a:r>
            <a:r>
              <a:rPr altLang="en-IN" lang="en-US">
                <a:solidFill>
                  <a:srgbClr val="000000"/>
                </a:solidFill>
              </a:rPr>
              <a:t>e</a:t>
            </a:r>
            <a:r>
              <a:rPr altLang="en-IN" lang="en-US">
                <a:solidFill>
                  <a:srgbClr val="000000"/>
                </a:solidFill>
              </a:rPr>
              <a:t> </a:t>
            </a:r>
            <a:r>
              <a:rPr altLang="en-IN" lang="en-US">
                <a:solidFill>
                  <a:srgbClr val="000000"/>
                </a:solidFill>
              </a:rPr>
              <a:t>t</a:t>
            </a:r>
            <a:r>
              <a:rPr altLang="en-IN" lang="en-US">
                <a:solidFill>
                  <a:srgbClr val="000000"/>
                </a:solidFill>
              </a:rPr>
              <a:t>h</a:t>
            </a:r>
            <a:r>
              <a:rPr altLang="en-IN" lang="en-US">
                <a:solidFill>
                  <a:srgbClr val="000000"/>
                </a:solidFill>
              </a:rPr>
              <a:t>e</a:t>
            </a:r>
            <a:r>
              <a:rPr altLang="en-IN" lang="en-US">
                <a:solidFill>
                  <a:srgbClr val="000000"/>
                </a:solidFill>
              </a:rPr>
              <a:t> </a:t>
            </a:r>
            <a:r>
              <a:rPr altLang="en-IN" lang="en-US">
                <a:solidFill>
                  <a:srgbClr val="000000"/>
                </a:solidFill>
              </a:rPr>
              <a:t>p</a:t>
            </a:r>
            <a:r>
              <a:rPr altLang="en-IN" lang="en-US">
                <a:solidFill>
                  <a:srgbClr val="000000"/>
                </a:solidFill>
              </a:rPr>
              <a:t>a</a:t>
            </a:r>
            <a:r>
              <a:rPr altLang="en-IN" lang="en-US">
                <a:solidFill>
                  <a:srgbClr val="000000"/>
                </a:solidFill>
              </a:rPr>
              <a:t>t</a:t>
            </a:r>
            <a:r>
              <a:rPr altLang="en-IN" lang="en-US">
                <a:solidFill>
                  <a:srgbClr val="000000"/>
                </a:solidFill>
              </a:rPr>
              <a:t>i</a:t>
            </a:r>
            <a:r>
              <a:rPr altLang="en-IN" lang="en-US">
                <a:solidFill>
                  <a:srgbClr val="000000"/>
                </a:solidFill>
              </a:rPr>
              <a:t>e</a:t>
            </a:r>
            <a:r>
              <a:rPr altLang="en-IN" lang="en-US">
                <a:solidFill>
                  <a:srgbClr val="000000"/>
                </a:solidFill>
              </a:rPr>
              <a:t>n</a:t>
            </a:r>
            <a:r>
              <a:rPr altLang="en-IN" lang="en-US">
                <a:solidFill>
                  <a:srgbClr val="000000"/>
                </a:solidFill>
              </a:rPr>
              <a:t>t</a:t>
            </a:r>
            <a:r>
              <a:rPr altLang="en-IN" lang="en-US">
                <a:solidFill>
                  <a:srgbClr val="000000"/>
                </a:solidFill>
              </a:rPr>
              <a:t>'</a:t>
            </a:r>
            <a:r>
              <a:rPr altLang="en-IN" lang="en-US">
                <a:solidFill>
                  <a:srgbClr val="000000"/>
                </a:solidFill>
              </a:rPr>
              <a:t>s</a:t>
            </a:r>
            <a:r>
              <a:rPr altLang="en-IN" lang="en-US">
                <a:solidFill>
                  <a:srgbClr val="000000"/>
                </a:solidFill>
              </a:rPr>
              <a:t> </a:t>
            </a:r>
            <a:r>
              <a:rPr altLang="en-IN" lang="en-US">
                <a:solidFill>
                  <a:srgbClr val="000000"/>
                </a:solidFill>
              </a:rPr>
              <a:t>legal</a:t>
            </a:r>
            <a:r>
              <a:rPr altLang="en-IN" lang="en-US">
                <a:solidFill>
                  <a:srgbClr val="000000"/>
                </a:solidFill>
              </a:rPr>
              <a:t> </a:t>
            </a:r>
            <a:r>
              <a:rPr altLang="en-IN" lang="en-US">
                <a:solidFill>
                  <a:srgbClr val="000000"/>
                </a:solidFill>
              </a:rPr>
              <a:t>r</a:t>
            </a:r>
            <a:r>
              <a:rPr altLang="en-IN" lang="en-US">
                <a:solidFill>
                  <a:srgbClr val="000000"/>
                </a:solidFill>
              </a:rPr>
              <a:t>i</a:t>
            </a:r>
            <a:r>
              <a:rPr altLang="en-IN" lang="en-US">
                <a:solidFill>
                  <a:srgbClr val="000000"/>
                </a:solidFill>
              </a:rPr>
              <a:t>g</a:t>
            </a:r>
            <a:r>
              <a:rPr altLang="en-IN" lang="en-US">
                <a:solidFill>
                  <a:srgbClr val="000000"/>
                </a:solidFill>
              </a:rPr>
              <a:t>h</a:t>
            </a:r>
            <a:r>
              <a:rPr altLang="en-IN" lang="en-US">
                <a:solidFill>
                  <a:srgbClr val="000000"/>
                </a:solidFill>
              </a:rPr>
              <a:t>t</a:t>
            </a:r>
            <a:r>
              <a:rPr altLang="en-IN" lang="en-US">
                <a:solidFill>
                  <a:srgbClr val="000000"/>
                </a:solidFill>
              </a:rPr>
              <a:t>s</a:t>
            </a:r>
            <a:r>
              <a:rPr altLang="en-IN" lang="en-US">
                <a:solidFill>
                  <a:srgbClr val="000000"/>
                </a:solidFill>
              </a:rPr>
              <a:t> </a:t>
            </a:r>
            <a:r>
              <a:rPr altLang="en-IN" lang="en-US">
                <a:solidFill>
                  <a:srgbClr val="000000"/>
                </a:solidFill>
              </a:rPr>
              <a:t>b</a:t>
            </a:r>
            <a:r>
              <a:rPr altLang="en-IN" lang="en-US">
                <a:solidFill>
                  <a:srgbClr val="000000"/>
                </a:solidFill>
              </a:rPr>
              <a:t>y</a:t>
            </a:r>
            <a:r>
              <a:rPr altLang="en-IN" lang="en-US">
                <a:solidFill>
                  <a:srgbClr val="000000"/>
                </a:solidFill>
              </a:rPr>
              <a:t> </a:t>
            </a:r>
            <a:r>
              <a:rPr altLang="en-IN" lang="en-US">
                <a:solidFill>
                  <a:srgbClr val="000000"/>
                </a:solidFill>
              </a:rPr>
              <a:t>p</a:t>
            </a:r>
            <a:r>
              <a:rPr altLang="en-IN" lang="en-US">
                <a:solidFill>
                  <a:srgbClr val="000000"/>
                </a:solidFill>
              </a:rPr>
              <a:t>r</a:t>
            </a:r>
            <a:r>
              <a:rPr altLang="en-IN" lang="en-US">
                <a:solidFill>
                  <a:srgbClr val="000000"/>
                </a:solidFill>
              </a:rPr>
              <a:t>o</a:t>
            </a:r>
            <a:r>
              <a:rPr altLang="en-IN" lang="en-US">
                <a:solidFill>
                  <a:srgbClr val="000000"/>
                </a:solidFill>
              </a:rPr>
              <a:t>p</a:t>
            </a:r>
            <a:r>
              <a:rPr altLang="en-IN" lang="en-US">
                <a:solidFill>
                  <a:srgbClr val="000000"/>
                </a:solidFill>
              </a:rPr>
              <a:t>e</a:t>
            </a:r>
            <a:r>
              <a:rPr altLang="en-IN" lang="en-US">
                <a:solidFill>
                  <a:srgbClr val="000000"/>
                </a:solidFill>
              </a:rPr>
              <a:t>r</a:t>
            </a:r>
            <a:r>
              <a:rPr altLang="en-IN" lang="en-US">
                <a:solidFill>
                  <a:srgbClr val="000000"/>
                </a:solidFill>
              </a:rPr>
              <a:t> </a:t>
            </a:r>
            <a:r>
              <a:rPr altLang="en-IN" lang="en-US">
                <a:solidFill>
                  <a:srgbClr val="000000"/>
                </a:solidFill>
              </a:rPr>
              <a:t>collection</a:t>
            </a:r>
            <a:r>
              <a:rPr altLang="en-IN" lang="en-US">
                <a:solidFill>
                  <a:srgbClr val="000000"/>
                </a:solidFill>
              </a:rPr>
              <a:t> </a:t>
            </a:r>
            <a:r>
              <a:rPr altLang="en-IN" lang="en-US">
                <a:solidFill>
                  <a:srgbClr val="000000"/>
                </a:solidFill>
              </a:rPr>
              <a:t>a</a:t>
            </a:r>
            <a:r>
              <a:rPr altLang="en-IN" lang="en-US">
                <a:solidFill>
                  <a:srgbClr val="000000"/>
                </a:solidFill>
              </a:rPr>
              <a:t>n</a:t>
            </a:r>
            <a:r>
              <a:rPr altLang="en-IN" lang="en-US">
                <a:solidFill>
                  <a:srgbClr val="000000"/>
                </a:solidFill>
              </a:rPr>
              <a:t>d</a:t>
            </a:r>
            <a:r>
              <a:rPr altLang="en-IN" lang="en-US">
                <a:solidFill>
                  <a:srgbClr val="000000"/>
                </a:solidFill>
              </a:rPr>
              <a:t> </a:t>
            </a:r>
            <a:r>
              <a:rPr altLang="en-IN" lang="en-US">
                <a:solidFill>
                  <a:srgbClr val="000000"/>
                </a:solidFill>
              </a:rPr>
              <a:t>d</a:t>
            </a:r>
            <a:r>
              <a:rPr altLang="en-IN" lang="en-US">
                <a:solidFill>
                  <a:srgbClr val="000000"/>
                </a:solidFill>
              </a:rPr>
              <a:t>o</a:t>
            </a:r>
            <a:r>
              <a:rPr altLang="en-IN" lang="en-US">
                <a:solidFill>
                  <a:srgbClr val="000000"/>
                </a:solidFill>
              </a:rPr>
              <a:t>c</a:t>
            </a:r>
            <a:r>
              <a:rPr altLang="en-IN" lang="en-US">
                <a:solidFill>
                  <a:srgbClr val="000000"/>
                </a:solidFill>
              </a:rPr>
              <a:t>u</a:t>
            </a:r>
            <a:r>
              <a:rPr altLang="en-IN" lang="en-US">
                <a:solidFill>
                  <a:srgbClr val="000000"/>
                </a:solidFill>
              </a:rPr>
              <a:t>m</a:t>
            </a:r>
            <a:r>
              <a:rPr altLang="en-IN" lang="en-US">
                <a:solidFill>
                  <a:srgbClr val="000000"/>
                </a:solidFill>
              </a:rPr>
              <a:t>e</a:t>
            </a:r>
            <a:r>
              <a:rPr altLang="en-IN" lang="en-US">
                <a:solidFill>
                  <a:srgbClr val="000000"/>
                </a:solidFill>
              </a:rPr>
              <a:t>n</a:t>
            </a:r>
            <a:r>
              <a:rPr altLang="en-IN" lang="en-US">
                <a:solidFill>
                  <a:srgbClr val="000000"/>
                </a:solidFill>
              </a:rPr>
              <a:t>t</a:t>
            </a:r>
            <a:r>
              <a:rPr altLang="en-IN" lang="en-US">
                <a:solidFill>
                  <a:srgbClr val="000000"/>
                </a:solidFill>
              </a:rPr>
              <a:t>a</a:t>
            </a:r>
            <a:r>
              <a:rPr altLang="en-IN" lang="en-US">
                <a:solidFill>
                  <a:srgbClr val="000000"/>
                </a:solidFill>
              </a:rPr>
              <a:t>t</a:t>
            </a:r>
            <a:r>
              <a:rPr altLang="en-IN" lang="en-US">
                <a:solidFill>
                  <a:srgbClr val="000000"/>
                </a:solidFill>
              </a:rPr>
              <a:t>i</a:t>
            </a:r>
            <a:r>
              <a:rPr altLang="en-IN" lang="en-US">
                <a:solidFill>
                  <a:srgbClr val="000000"/>
                </a:solidFill>
              </a:rPr>
              <a:t>o</a:t>
            </a:r>
            <a:r>
              <a:rPr altLang="en-IN" lang="en-US">
                <a:solidFill>
                  <a:srgbClr val="000000"/>
                </a:solidFill>
              </a:rPr>
              <a:t>n</a:t>
            </a:r>
            <a:r>
              <a:rPr altLang="en-IN" lang="en-US">
                <a:solidFill>
                  <a:srgbClr val="000000"/>
                </a:solidFill>
              </a:rPr>
              <a:t> </a:t>
            </a:r>
            <a:r>
              <a:rPr altLang="en-IN" lang="en-US">
                <a:solidFill>
                  <a:srgbClr val="000000"/>
                </a:solidFill>
              </a:rPr>
              <a:t>o</a:t>
            </a:r>
            <a:r>
              <a:rPr altLang="en-IN" lang="en-US">
                <a:solidFill>
                  <a:srgbClr val="000000"/>
                </a:solidFill>
              </a:rPr>
              <a:t>f</a:t>
            </a:r>
            <a:r>
              <a:rPr altLang="en-IN" lang="en-US">
                <a:solidFill>
                  <a:srgbClr val="000000"/>
                </a:solidFill>
              </a:rPr>
              <a:t> </a:t>
            </a:r>
            <a:r>
              <a:rPr altLang="en-IN" lang="en-US">
                <a:solidFill>
                  <a:srgbClr val="000000"/>
                </a:solidFill>
              </a:rPr>
              <a:t>e</a:t>
            </a:r>
            <a:r>
              <a:rPr altLang="en-IN" lang="en-US">
                <a:solidFill>
                  <a:srgbClr val="000000"/>
                </a:solidFill>
              </a:rPr>
              <a:t>v</a:t>
            </a:r>
            <a:r>
              <a:rPr altLang="en-IN" lang="en-US">
                <a:solidFill>
                  <a:srgbClr val="000000"/>
                </a:solidFill>
              </a:rPr>
              <a:t>i</a:t>
            </a:r>
            <a:r>
              <a:rPr altLang="en-IN" lang="en-US">
                <a:solidFill>
                  <a:srgbClr val="000000"/>
                </a:solidFill>
              </a:rPr>
              <a:t>d</a:t>
            </a:r>
            <a:r>
              <a:rPr altLang="en-IN" lang="en-US">
                <a:solidFill>
                  <a:srgbClr val="000000"/>
                </a:solidFill>
              </a:rPr>
              <a:t>e</a:t>
            </a:r>
            <a:r>
              <a:rPr altLang="en-IN" lang="en-US">
                <a:solidFill>
                  <a:srgbClr val="000000"/>
                </a:solidFill>
              </a:rPr>
              <a:t>n</a:t>
            </a:r>
            <a:r>
              <a:rPr altLang="en-IN" lang="en-US">
                <a:solidFill>
                  <a:srgbClr val="000000"/>
                </a:solidFill>
              </a:rPr>
              <a:t>c</a:t>
            </a:r>
            <a:r>
              <a:rPr altLang="en-IN" lang="en-US">
                <a:solidFill>
                  <a:srgbClr val="000000"/>
                </a:solidFill>
              </a:rPr>
              <a:t>e</a:t>
            </a:r>
            <a:r>
              <a:rPr altLang="en-IN" lang="en-US">
                <a:solidFill>
                  <a:srgbClr val="000000"/>
                </a:solidFill>
              </a:rPr>
              <a:t> </a:t>
            </a:r>
            <a:r>
              <a:rPr altLang="en-IN" lang="en-US">
                <a:solidFill>
                  <a:srgbClr val="000000"/>
                </a:solidFill>
              </a:rPr>
              <a:t>.</a:t>
            </a:r>
            <a:r>
              <a:rPr altLang="en-IN" lang="en-US">
                <a:solidFill>
                  <a:srgbClr val="000000"/>
                </a:solidFill>
              </a:rPr>
              <a:t> </a:t>
            </a:r>
            <a:endParaRPr lang="en-IN">
              <a:solidFill>
                <a:srgbClr val="800000"/>
              </a:solidFill>
            </a:endParaRPr>
          </a:p>
        </p:txBody>
      </p:sp>
      <p:pic>
        <p:nvPicPr>
          <p:cNvPr id="2097154" name=""/>
          <p:cNvPicPr>
            <a:picLocks/>
          </p:cNvPicPr>
          <p:nvPr/>
        </p:nvPicPr>
        <p:blipFill>
          <a:blip xmlns:r="http://schemas.openxmlformats.org/officeDocument/2006/relationships" r:embed="rId1"/>
          <a:stretch>
            <a:fillRect/>
          </a:stretch>
        </p:blipFill>
        <p:spPr>
          <a:xfrm rot="0" flipH="1">
            <a:off x="4811332" y="1593087"/>
            <a:ext cx="4062099" cy="2417268"/>
          </a:xfrm>
          <a:prstGeom prst="rec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07" name=""/>
          <p:cNvSpPr>
            <a:spLocks noGrp="1"/>
          </p:cNvSpPr>
          <p:nvPr>
            <p:ph idx="1"/>
          </p:nvPr>
        </p:nvSpPr>
        <p:spPr/>
        <p:txBody>
          <a:bodyPr>
            <a:normAutofit fontScale="92857" lnSpcReduction="20000"/>
          </a:bodyPr>
          <a:p>
            <a:pPr indent="0" marL="0">
              <a:buNone/>
            </a:pPr>
            <a:r>
              <a:rPr altLang="en-IN" lang="en-US">
                <a:solidFill>
                  <a:srgbClr val="800000"/>
                </a:solidFill>
              </a:rPr>
              <a:t>F</a:t>
            </a:r>
            <a:r>
              <a:rPr altLang="en-IN" lang="en-US">
                <a:solidFill>
                  <a:srgbClr val="800000"/>
                </a:solidFill>
              </a:rPr>
              <a:t>o</a:t>
            </a:r>
            <a:r>
              <a:rPr altLang="en-IN" lang="en-US">
                <a:solidFill>
                  <a:srgbClr val="800000"/>
                </a:solidFill>
              </a:rPr>
              <a:t>r</a:t>
            </a:r>
            <a:r>
              <a:rPr altLang="en-IN" lang="en-US">
                <a:solidFill>
                  <a:srgbClr val="800000"/>
                </a:solidFill>
              </a:rPr>
              <a:t>e</a:t>
            </a:r>
            <a:r>
              <a:rPr altLang="en-IN" lang="en-US">
                <a:solidFill>
                  <a:srgbClr val="800000"/>
                </a:solidFill>
              </a:rPr>
              <a:t>n</a:t>
            </a:r>
            <a:r>
              <a:rPr altLang="en-IN" lang="en-US">
                <a:solidFill>
                  <a:srgbClr val="800000"/>
                </a:solidFill>
              </a:rPr>
              <a:t>s</a:t>
            </a:r>
            <a:r>
              <a:rPr altLang="en-IN" lang="en-US">
                <a:solidFill>
                  <a:srgbClr val="800000"/>
                </a:solidFill>
              </a:rPr>
              <a:t>i</a:t>
            </a:r>
            <a:r>
              <a:rPr altLang="en-IN" lang="en-US">
                <a:solidFill>
                  <a:srgbClr val="800000"/>
                </a:solidFill>
              </a:rPr>
              <a:t>c</a:t>
            </a:r>
            <a:r>
              <a:rPr altLang="en-IN" lang="en-US">
                <a:solidFill>
                  <a:srgbClr val="800000"/>
                </a:solidFill>
              </a:rPr>
              <a:t> </a:t>
            </a:r>
            <a:r>
              <a:rPr altLang="en-IN" lang="en-US">
                <a:solidFill>
                  <a:srgbClr val="800000"/>
                </a:solidFill>
              </a:rPr>
              <a:t>n</a:t>
            </a:r>
            <a:r>
              <a:rPr altLang="en-IN" lang="en-US">
                <a:solidFill>
                  <a:srgbClr val="800000"/>
                </a:solidFill>
              </a:rPr>
              <a:t>u</a:t>
            </a:r>
            <a:r>
              <a:rPr altLang="en-IN" lang="en-US">
                <a:solidFill>
                  <a:srgbClr val="800000"/>
                </a:solidFill>
              </a:rPr>
              <a:t>r</a:t>
            </a:r>
            <a:r>
              <a:rPr altLang="en-IN" lang="en-US">
                <a:solidFill>
                  <a:srgbClr val="800000"/>
                </a:solidFill>
              </a:rPr>
              <a:t>s</a:t>
            </a:r>
            <a:r>
              <a:rPr altLang="en-IN" lang="en-US">
                <a:solidFill>
                  <a:srgbClr val="800000"/>
                </a:solidFill>
              </a:rPr>
              <a:t>e</a:t>
            </a:r>
            <a:r>
              <a:rPr altLang="en-IN" lang="en-US">
                <a:solidFill>
                  <a:srgbClr val="800000"/>
                </a:solidFill>
              </a:rPr>
              <a:t> </a:t>
            </a:r>
            <a:r>
              <a:rPr altLang="en-IN" lang="en-US">
                <a:solidFill>
                  <a:srgbClr val="800000"/>
                </a:solidFill>
              </a:rPr>
              <a:t>i</a:t>
            </a:r>
            <a:r>
              <a:rPr altLang="en-IN" lang="en-US">
                <a:solidFill>
                  <a:srgbClr val="800000"/>
                </a:solidFill>
              </a:rPr>
              <a:t>n</a:t>
            </a:r>
            <a:r>
              <a:rPr altLang="en-IN" lang="en-US">
                <a:solidFill>
                  <a:srgbClr val="800000"/>
                </a:solidFill>
              </a:rPr>
              <a:t>v</a:t>
            </a:r>
            <a:r>
              <a:rPr altLang="en-IN" lang="en-US">
                <a:solidFill>
                  <a:srgbClr val="800000"/>
                </a:solidFill>
              </a:rPr>
              <a:t>e</a:t>
            </a:r>
            <a:r>
              <a:rPr altLang="en-IN" lang="en-US">
                <a:solidFill>
                  <a:srgbClr val="800000"/>
                </a:solidFill>
              </a:rPr>
              <a:t>s</a:t>
            </a:r>
            <a:r>
              <a:rPr altLang="en-IN" lang="en-US">
                <a:solidFill>
                  <a:srgbClr val="800000"/>
                </a:solidFill>
              </a:rPr>
              <a:t>t</a:t>
            </a:r>
            <a:r>
              <a:rPr altLang="en-IN" lang="en-US">
                <a:solidFill>
                  <a:srgbClr val="800000"/>
                </a:solidFill>
              </a:rPr>
              <a:t>i</a:t>
            </a:r>
            <a:r>
              <a:rPr altLang="en-IN" lang="en-US">
                <a:solidFill>
                  <a:srgbClr val="800000"/>
                </a:solidFill>
              </a:rPr>
              <a:t>g</a:t>
            </a:r>
            <a:r>
              <a:rPr altLang="en-IN" lang="en-US">
                <a:solidFill>
                  <a:srgbClr val="800000"/>
                </a:solidFill>
              </a:rPr>
              <a:t>a</a:t>
            </a:r>
            <a:r>
              <a:rPr altLang="en-IN" lang="en-US">
                <a:solidFill>
                  <a:srgbClr val="800000"/>
                </a:solidFill>
              </a:rPr>
              <a:t>t</a:t>
            </a:r>
            <a:r>
              <a:rPr altLang="en-IN" lang="en-US">
                <a:solidFill>
                  <a:srgbClr val="800000"/>
                </a:solidFill>
              </a:rPr>
              <a:t>o</a:t>
            </a:r>
            <a:r>
              <a:rPr altLang="en-IN" lang="en-US">
                <a:solidFill>
                  <a:srgbClr val="800000"/>
                </a:solidFill>
              </a:rPr>
              <a:t>r</a:t>
            </a:r>
            <a:endParaRPr lang="en-IN">
              <a:solidFill>
                <a:srgbClr val="800000"/>
              </a:solidFill>
            </a:endParaRPr>
          </a:p>
          <a:p>
            <a:pPr indent="0" marL="0">
              <a:buNone/>
            </a:pPr>
            <a:r>
              <a:rPr lang="en-IN">
                <a:solidFill>
                  <a:srgbClr val="000000"/>
                </a:solidFill>
              </a:rPr>
              <a:t>work alongside law enforcement to gather evidence in cases of sexual assault and domestic violence.</a:t>
            </a:r>
            <a:endParaRPr lang="en-IN">
              <a:solidFill>
                <a:srgbClr val="000000"/>
              </a:solidFill>
            </a:endParaRPr>
          </a:p>
          <a:p>
            <a:pPr indent="0" marL="0">
              <a:buNone/>
            </a:pPr>
            <a:r>
              <a:rPr altLang="en-IN" lang="en-US">
                <a:solidFill>
                  <a:srgbClr val="000000"/>
                </a:solidFill>
              </a:rPr>
              <a:t> </a:t>
            </a:r>
            <a:r>
              <a:rPr altLang="en-IN" lang="en-US">
                <a:solidFill>
                  <a:srgbClr val="800000"/>
                </a:solidFill>
              </a:rPr>
              <a:t>S</a:t>
            </a:r>
            <a:r>
              <a:rPr altLang="en-IN" lang="en-US">
                <a:solidFill>
                  <a:srgbClr val="800000"/>
                </a:solidFill>
              </a:rPr>
              <a:t>e</a:t>
            </a:r>
            <a:r>
              <a:rPr altLang="en-IN" lang="en-US">
                <a:solidFill>
                  <a:srgbClr val="800000"/>
                </a:solidFill>
              </a:rPr>
              <a:t>x</a:t>
            </a:r>
            <a:r>
              <a:rPr altLang="en-IN" lang="en-US">
                <a:solidFill>
                  <a:srgbClr val="800000"/>
                </a:solidFill>
              </a:rPr>
              <a:t>u</a:t>
            </a:r>
            <a:r>
              <a:rPr altLang="en-IN" lang="en-US">
                <a:solidFill>
                  <a:srgbClr val="800000"/>
                </a:solidFill>
              </a:rPr>
              <a:t>a</a:t>
            </a:r>
            <a:r>
              <a:rPr altLang="en-IN" lang="en-US">
                <a:solidFill>
                  <a:srgbClr val="800000"/>
                </a:solidFill>
              </a:rPr>
              <a:t>l</a:t>
            </a:r>
            <a:r>
              <a:rPr altLang="en-IN" lang="en-US">
                <a:solidFill>
                  <a:srgbClr val="800000"/>
                </a:solidFill>
              </a:rPr>
              <a:t> </a:t>
            </a:r>
            <a:r>
              <a:rPr altLang="en-IN" lang="en-US">
                <a:solidFill>
                  <a:srgbClr val="800000"/>
                </a:solidFill>
              </a:rPr>
              <a:t>A</a:t>
            </a:r>
            <a:r>
              <a:rPr altLang="en-IN" lang="en-US">
                <a:solidFill>
                  <a:srgbClr val="800000"/>
                </a:solidFill>
              </a:rPr>
              <a:t>s</a:t>
            </a:r>
            <a:r>
              <a:rPr altLang="en-IN" lang="en-US">
                <a:solidFill>
                  <a:srgbClr val="800000"/>
                </a:solidFill>
              </a:rPr>
              <a:t>s</a:t>
            </a:r>
            <a:r>
              <a:rPr altLang="en-IN" lang="en-US">
                <a:solidFill>
                  <a:srgbClr val="800000"/>
                </a:solidFill>
              </a:rPr>
              <a:t>a</a:t>
            </a:r>
            <a:r>
              <a:rPr altLang="en-IN" lang="en-US">
                <a:solidFill>
                  <a:srgbClr val="800000"/>
                </a:solidFill>
              </a:rPr>
              <a:t>u</a:t>
            </a:r>
            <a:r>
              <a:rPr altLang="en-IN" lang="en-US">
                <a:solidFill>
                  <a:srgbClr val="800000"/>
                </a:solidFill>
              </a:rPr>
              <a:t>l</a:t>
            </a:r>
            <a:r>
              <a:rPr altLang="en-IN" lang="en-US">
                <a:solidFill>
                  <a:srgbClr val="800000"/>
                </a:solidFill>
              </a:rPr>
              <a:t>t</a:t>
            </a:r>
            <a:r>
              <a:rPr altLang="en-IN" lang="en-US">
                <a:solidFill>
                  <a:srgbClr val="800000"/>
                </a:solidFill>
              </a:rPr>
              <a:t> </a:t>
            </a:r>
            <a:r>
              <a:rPr altLang="en-IN" lang="en-US">
                <a:solidFill>
                  <a:srgbClr val="800000"/>
                </a:solidFill>
              </a:rPr>
              <a:t>N</a:t>
            </a:r>
            <a:r>
              <a:rPr altLang="en-IN" lang="en-US">
                <a:solidFill>
                  <a:srgbClr val="800000"/>
                </a:solidFill>
              </a:rPr>
              <a:t>u</a:t>
            </a:r>
            <a:r>
              <a:rPr altLang="en-IN" lang="en-US">
                <a:solidFill>
                  <a:srgbClr val="800000"/>
                </a:solidFill>
              </a:rPr>
              <a:t>r</a:t>
            </a:r>
            <a:r>
              <a:rPr altLang="en-IN" lang="en-US">
                <a:solidFill>
                  <a:srgbClr val="800000"/>
                </a:solidFill>
              </a:rPr>
              <a:t>s</a:t>
            </a:r>
            <a:r>
              <a:rPr altLang="en-IN" lang="en-US">
                <a:solidFill>
                  <a:srgbClr val="800000"/>
                </a:solidFill>
              </a:rPr>
              <a:t>e</a:t>
            </a:r>
            <a:r>
              <a:rPr altLang="en-IN" lang="en-US">
                <a:solidFill>
                  <a:srgbClr val="800000"/>
                </a:solidFill>
              </a:rPr>
              <a:t> </a:t>
            </a:r>
            <a:r>
              <a:rPr altLang="en-IN" lang="en-US">
                <a:solidFill>
                  <a:srgbClr val="800000"/>
                </a:solidFill>
              </a:rPr>
              <a:t>E</a:t>
            </a:r>
            <a:r>
              <a:rPr altLang="en-IN" lang="en-US">
                <a:solidFill>
                  <a:srgbClr val="800000"/>
                </a:solidFill>
              </a:rPr>
              <a:t>x</a:t>
            </a:r>
            <a:r>
              <a:rPr altLang="en-IN" lang="en-US">
                <a:solidFill>
                  <a:srgbClr val="800000"/>
                </a:solidFill>
              </a:rPr>
              <a:t>a</a:t>
            </a:r>
            <a:r>
              <a:rPr altLang="en-IN" lang="en-US">
                <a:solidFill>
                  <a:srgbClr val="800000"/>
                </a:solidFill>
              </a:rPr>
              <a:t>m</a:t>
            </a:r>
            <a:r>
              <a:rPr altLang="en-IN" lang="en-US">
                <a:solidFill>
                  <a:srgbClr val="800000"/>
                </a:solidFill>
              </a:rPr>
              <a:t>i</a:t>
            </a:r>
            <a:r>
              <a:rPr altLang="en-IN" lang="en-US">
                <a:solidFill>
                  <a:srgbClr val="800000"/>
                </a:solidFill>
              </a:rPr>
              <a:t>n</a:t>
            </a:r>
            <a:r>
              <a:rPr altLang="en-IN" lang="en-US">
                <a:solidFill>
                  <a:srgbClr val="800000"/>
                </a:solidFill>
              </a:rPr>
              <a:t>e</a:t>
            </a:r>
            <a:r>
              <a:rPr altLang="en-IN" lang="en-US">
                <a:solidFill>
                  <a:srgbClr val="800000"/>
                </a:solidFill>
              </a:rPr>
              <a:t>r</a:t>
            </a:r>
            <a:endParaRPr lang="en-IN">
              <a:solidFill>
                <a:srgbClr val="000000"/>
              </a:solidFill>
            </a:endParaRPr>
          </a:p>
          <a:p>
            <a:pPr indent="0" marL="0">
              <a:buNone/>
            </a:pPr>
            <a:r>
              <a:rPr altLang="en-IN" lang="en-US">
                <a:solidFill>
                  <a:srgbClr val="000000"/>
                </a:solidFill>
              </a:rPr>
              <a:t>T</a:t>
            </a:r>
            <a:r>
              <a:rPr lang="en-IN">
                <a:solidFill>
                  <a:srgbClr val="000000"/>
                </a:solidFill>
              </a:rPr>
              <a:t>o provide c</a:t>
            </a:r>
            <a:r>
              <a:rPr altLang="en-IN" lang="en-US">
                <a:solidFill>
                  <a:srgbClr val="000000"/>
                </a:solidFill>
              </a:rPr>
              <a:t>omprehensive</a:t>
            </a:r>
            <a:r>
              <a:rPr altLang="en-IN" lang="en-US">
                <a:solidFill>
                  <a:srgbClr val="000000"/>
                </a:solidFill>
              </a:rPr>
              <a:t> </a:t>
            </a:r>
            <a:r>
              <a:rPr altLang="en-IN" lang="en-US">
                <a:solidFill>
                  <a:srgbClr val="000000"/>
                </a:solidFill>
              </a:rPr>
              <a:t> </a:t>
            </a:r>
            <a:r>
              <a:rPr altLang="en-IN" lang="en-US">
                <a:solidFill>
                  <a:srgbClr val="000000"/>
                </a:solidFill>
              </a:rPr>
              <a:t>c</a:t>
            </a:r>
            <a:r>
              <a:rPr altLang="en-IN" lang="en-US">
                <a:solidFill>
                  <a:srgbClr val="000000"/>
                </a:solidFill>
              </a:rPr>
              <a:t>a</a:t>
            </a:r>
            <a:r>
              <a:rPr altLang="en-IN" lang="en-US">
                <a:solidFill>
                  <a:srgbClr val="000000"/>
                </a:solidFill>
              </a:rPr>
              <a:t>r</a:t>
            </a:r>
            <a:r>
              <a:rPr altLang="en-IN" lang="en-US">
                <a:solidFill>
                  <a:srgbClr val="000000"/>
                </a:solidFill>
              </a:rPr>
              <a:t>e</a:t>
            </a:r>
            <a:r>
              <a:rPr altLang="en-IN" lang="en-US">
                <a:solidFill>
                  <a:srgbClr val="000000"/>
                </a:solidFill>
              </a:rPr>
              <a:t> </a:t>
            </a:r>
            <a:r>
              <a:rPr altLang="en-IN" lang="en-US">
                <a:solidFill>
                  <a:srgbClr val="000000"/>
                </a:solidFill>
              </a:rPr>
              <a:t>t</a:t>
            </a:r>
            <a:r>
              <a:rPr altLang="en-IN" lang="en-US">
                <a:solidFill>
                  <a:srgbClr val="000000"/>
                </a:solidFill>
              </a:rPr>
              <a:t>o</a:t>
            </a:r>
            <a:r>
              <a:rPr altLang="en-IN" lang="en-US">
                <a:solidFill>
                  <a:srgbClr val="000000"/>
                </a:solidFill>
              </a:rPr>
              <a:t> </a:t>
            </a:r>
            <a:r>
              <a:rPr lang="en-IN">
                <a:solidFill>
                  <a:srgbClr val="000000"/>
                </a:solidFill>
              </a:rPr>
              <a:t>sexual assault patient</a:t>
            </a:r>
            <a:r>
              <a:rPr altLang="en-IN" lang="en-US">
                <a:solidFill>
                  <a:srgbClr val="000000"/>
                </a:solidFill>
              </a:rPr>
              <a:t> </a:t>
            </a:r>
            <a:r>
              <a:rPr altLang="en-IN" lang="en-US">
                <a:solidFill>
                  <a:srgbClr val="000000"/>
                </a:solidFill>
              </a:rPr>
              <a:t>,</a:t>
            </a:r>
            <a:r>
              <a:rPr lang="en-IN">
                <a:solidFill>
                  <a:srgbClr val="000000"/>
                </a:solidFill>
              </a:rPr>
              <a:t> who demonstrate competency in conducting </a:t>
            </a:r>
            <a:r>
              <a:rPr altLang="en-IN" lang="en-US">
                <a:solidFill>
                  <a:srgbClr val="000000"/>
                </a:solidFill>
              </a:rPr>
              <a:t> </a:t>
            </a:r>
            <a:r>
              <a:rPr altLang="en-IN" lang="en-US">
                <a:solidFill>
                  <a:srgbClr val="000000"/>
                </a:solidFill>
              </a:rPr>
              <a:t>a</a:t>
            </a:r>
            <a:r>
              <a:rPr altLang="en-IN" lang="en-US">
                <a:solidFill>
                  <a:srgbClr val="000000"/>
                </a:solidFill>
              </a:rPr>
              <a:t> </a:t>
            </a:r>
            <a:r>
              <a:rPr altLang="en-IN" lang="en-US">
                <a:solidFill>
                  <a:srgbClr val="000000"/>
                </a:solidFill>
              </a:rPr>
              <a:t>forensic</a:t>
            </a:r>
            <a:r>
              <a:rPr altLang="en-IN" lang="en-US">
                <a:solidFill>
                  <a:srgbClr val="000000"/>
                </a:solidFill>
              </a:rPr>
              <a:t> </a:t>
            </a:r>
            <a:r>
              <a:rPr lang="en-IN">
                <a:solidFill>
                  <a:srgbClr val="000000"/>
                </a:solidFill>
              </a:rPr>
              <a:t>examination</a:t>
            </a:r>
            <a:r>
              <a:rPr altLang="en-IN" lang="en-US">
                <a:solidFill>
                  <a:srgbClr val="000000"/>
                </a:solidFill>
              </a:rPr>
              <a:t>.</a:t>
            </a:r>
            <a:r>
              <a:rPr altLang="en-IN" lang="en-US">
                <a:solidFill>
                  <a:srgbClr val="000000"/>
                </a:solidFill>
              </a:rPr>
              <a:t> </a:t>
            </a:r>
            <a:endParaRPr lang="en-IN">
              <a:solidFill>
                <a:srgbClr val="000000"/>
              </a:solidFill>
            </a:endParaRPr>
          </a:p>
          <a:p>
            <a:pPr indent="0" marL="0">
              <a:buNone/>
            </a:pPr>
            <a:r>
              <a:rPr altLang="en-IN" lang="en-US">
                <a:solidFill>
                  <a:srgbClr val="000000"/>
                </a:solidFill>
              </a:rPr>
              <a:t>S</a:t>
            </a:r>
            <a:r>
              <a:rPr lang="en-IN">
                <a:solidFill>
                  <a:srgbClr val="000000"/>
                </a:solidFill>
              </a:rPr>
              <a:t>exual </a:t>
            </a:r>
            <a:r>
              <a:rPr altLang="en-IN" lang="en-US">
                <a:solidFill>
                  <a:srgbClr val="000000"/>
                </a:solidFill>
              </a:rPr>
              <a:t>a</a:t>
            </a:r>
            <a:r>
              <a:rPr altLang="en-IN" lang="en-US">
                <a:solidFill>
                  <a:srgbClr val="000000"/>
                </a:solidFill>
              </a:rPr>
              <a:t>s</a:t>
            </a:r>
            <a:r>
              <a:rPr altLang="en-IN" lang="en-US">
                <a:solidFill>
                  <a:srgbClr val="000000"/>
                </a:solidFill>
              </a:rPr>
              <a:t>s</a:t>
            </a:r>
            <a:r>
              <a:rPr altLang="en-IN" lang="en-US">
                <a:solidFill>
                  <a:srgbClr val="000000"/>
                </a:solidFill>
              </a:rPr>
              <a:t>a</a:t>
            </a:r>
            <a:r>
              <a:rPr altLang="en-IN" lang="en-US">
                <a:solidFill>
                  <a:srgbClr val="000000"/>
                </a:solidFill>
              </a:rPr>
              <a:t>u</a:t>
            </a:r>
            <a:r>
              <a:rPr altLang="en-IN" lang="en-US">
                <a:solidFill>
                  <a:srgbClr val="000000"/>
                </a:solidFill>
              </a:rPr>
              <a:t>l</a:t>
            </a:r>
            <a:r>
              <a:rPr altLang="en-IN" lang="en-US">
                <a:solidFill>
                  <a:srgbClr val="000000"/>
                </a:solidFill>
              </a:rPr>
              <a:t>t</a:t>
            </a:r>
            <a:r>
              <a:rPr altLang="en-IN" lang="en-US">
                <a:solidFill>
                  <a:srgbClr val="000000"/>
                </a:solidFill>
              </a:rPr>
              <a:t> </a:t>
            </a:r>
            <a:r>
              <a:rPr lang="en-IN">
                <a:solidFill>
                  <a:srgbClr val="000000"/>
                </a:solidFill>
              </a:rPr>
              <a:t>nurse examiner for adults </a:t>
            </a:r>
            <a:r>
              <a:rPr altLang="en-IN" lang="en-US">
                <a:solidFill>
                  <a:srgbClr val="000000"/>
                </a:solidFill>
              </a:rPr>
              <a:t>(</a:t>
            </a:r>
            <a:r>
              <a:rPr altLang="en-IN" lang="en-US">
                <a:solidFill>
                  <a:srgbClr val="000000"/>
                </a:solidFill>
              </a:rPr>
              <a:t> </a:t>
            </a:r>
            <a:r>
              <a:rPr altLang="en-IN" lang="en-US">
                <a:solidFill>
                  <a:srgbClr val="000000"/>
                </a:solidFill>
              </a:rPr>
              <a:t>SA</a:t>
            </a:r>
            <a:r>
              <a:rPr altLang="en-IN" lang="en-US">
                <a:solidFill>
                  <a:srgbClr val="000000"/>
                </a:solidFill>
              </a:rPr>
              <a:t>N</a:t>
            </a:r>
            <a:r>
              <a:rPr altLang="en-IN" lang="en-US">
                <a:solidFill>
                  <a:srgbClr val="000000"/>
                </a:solidFill>
              </a:rPr>
              <a:t>E</a:t>
            </a:r>
            <a:r>
              <a:rPr altLang="en-IN" lang="en-US">
                <a:solidFill>
                  <a:srgbClr val="000000"/>
                </a:solidFill>
              </a:rPr>
              <a:t> </a:t>
            </a:r>
            <a:r>
              <a:rPr altLang="en-IN" lang="en-US">
                <a:solidFill>
                  <a:srgbClr val="000000"/>
                </a:solidFill>
              </a:rPr>
              <a:t>-</a:t>
            </a:r>
            <a:r>
              <a:rPr altLang="en-IN" lang="en-US">
                <a:solidFill>
                  <a:srgbClr val="000000"/>
                </a:solidFill>
              </a:rPr>
              <a:t>A</a:t>
            </a:r>
            <a:r>
              <a:rPr altLang="en-IN" lang="en-US">
                <a:solidFill>
                  <a:srgbClr val="000000"/>
                </a:solidFill>
              </a:rPr>
              <a:t>)</a:t>
            </a:r>
            <a:r>
              <a:rPr altLang="en-IN" lang="en-US">
                <a:solidFill>
                  <a:srgbClr val="000000"/>
                </a:solidFill>
              </a:rPr>
              <a:t> </a:t>
            </a:r>
            <a:endParaRPr lang="en-IN">
              <a:solidFill>
                <a:srgbClr val="000000"/>
              </a:solidFill>
            </a:endParaRPr>
          </a:p>
          <a:p>
            <a:pPr indent="0" marL="0">
              <a:buNone/>
            </a:pPr>
            <a:r>
              <a:rPr lang="en-IN">
                <a:solidFill>
                  <a:srgbClr val="000000"/>
                </a:solidFill>
              </a:rPr>
              <a:t> </a:t>
            </a:r>
            <a:r>
              <a:rPr altLang="en-IN" lang="en-US">
                <a:solidFill>
                  <a:srgbClr val="000000"/>
                </a:solidFill>
              </a:rPr>
              <a:t>S</a:t>
            </a:r>
            <a:r>
              <a:rPr altLang="en-IN" lang="en-US">
                <a:solidFill>
                  <a:srgbClr val="000000"/>
                </a:solidFill>
              </a:rPr>
              <a:t>e</a:t>
            </a:r>
            <a:r>
              <a:rPr lang="en-IN">
                <a:solidFill>
                  <a:srgbClr val="000000"/>
                </a:solidFill>
              </a:rPr>
              <a:t>xual assault ex</a:t>
            </a:r>
            <a:r>
              <a:rPr altLang="en-IN" lang="en-US">
                <a:solidFill>
                  <a:srgbClr val="000000"/>
                </a:solidFill>
              </a:rPr>
              <a:t>a</a:t>
            </a:r>
            <a:r>
              <a:rPr altLang="en-IN" lang="en-US">
                <a:solidFill>
                  <a:srgbClr val="000000"/>
                </a:solidFill>
              </a:rPr>
              <a:t>m</a:t>
            </a:r>
            <a:r>
              <a:rPr altLang="en-IN" lang="en-US">
                <a:solidFill>
                  <a:srgbClr val="000000"/>
                </a:solidFill>
              </a:rPr>
              <a:t>i</a:t>
            </a:r>
            <a:r>
              <a:rPr altLang="en-IN" lang="en-US">
                <a:solidFill>
                  <a:srgbClr val="000000"/>
                </a:solidFill>
              </a:rPr>
              <a:t>n</a:t>
            </a:r>
            <a:r>
              <a:rPr altLang="en-IN" lang="en-US">
                <a:solidFill>
                  <a:srgbClr val="000000"/>
                </a:solidFill>
              </a:rPr>
              <a:t>e</a:t>
            </a:r>
            <a:r>
              <a:rPr altLang="en-IN" lang="en-US">
                <a:solidFill>
                  <a:srgbClr val="000000"/>
                </a:solidFill>
              </a:rPr>
              <a:t>r</a:t>
            </a:r>
            <a:r>
              <a:rPr altLang="en-IN" lang="en-US">
                <a:solidFill>
                  <a:srgbClr val="000000"/>
                </a:solidFill>
              </a:rPr>
              <a:t> </a:t>
            </a:r>
            <a:r>
              <a:rPr lang="en-IN">
                <a:solidFill>
                  <a:srgbClr val="000000"/>
                </a:solidFill>
              </a:rPr>
              <a:t>for Pediatric</a:t>
            </a:r>
            <a:r>
              <a:rPr altLang="en-IN" lang="en-US">
                <a:solidFill>
                  <a:srgbClr val="000000"/>
                </a:solidFill>
              </a:rPr>
              <a:t> </a:t>
            </a:r>
            <a:r>
              <a:rPr altLang="en-IN" lang="en-US">
                <a:solidFill>
                  <a:srgbClr val="000000"/>
                </a:solidFill>
              </a:rPr>
              <a:t>(</a:t>
            </a:r>
            <a:r>
              <a:rPr altLang="en-IN" lang="en-US">
                <a:solidFill>
                  <a:srgbClr val="000000"/>
                </a:solidFill>
              </a:rPr>
              <a:t> </a:t>
            </a:r>
            <a:r>
              <a:rPr altLang="en-IN" lang="en-US">
                <a:solidFill>
                  <a:srgbClr val="000000"/>
                </a:solidFill>
              </a:rPr>
              <a:t>S</a:t>
            </a:r>
            <a:r>
              <a:rPr altLang="en-IN" lang="en-US">
                <a:solidFill>
                  <a:srgbClr val="000000"/>
                </a:solidFill>
              </a:rPr>
              <a:t>A</a:t>
            </a:r>
            <a:r>
              <a:rPr altLang="en-IN" lang="en-US">
                <a:solidFill>
                  <a:srgbClr val="000000"/>
                </a:solidFill>
              </a:rPr>
              <a:t>N</a:t>
            </a:r>
            <a:r>
              <a:rPr altLang="en-IN" lang="en-US">
                <a:solidFill>
                  <a:srgbClr val="000000"/>
                </a:solidFill>
              </a:rPr>
              <a:t>E</a:t>
            </a:r>
            <a:r>
              <a:rPr altLang="en-IN" lang="en-US">
                <a:solidFill>
                  <a:srgbClr val="000000"/>
                </a:solidFill>
              </a:rPr>
              <a:t>-</a:t>
            </a:r>
            <a:r>
              <a:rPr altLang="en-IN" lang="en-US">
                <a:solidFill>
                  <a:srgbClr val="000000"/>
                </a:solidFill>
              </a:rPr>
              <a:t>P</a:t>
            </a:r>
            <a:r>
              <a:rPr altLang="en-IN" lang="en-US">
                <a:solidFill>
                  <a:srgbClr val="000000"/>
                </a:solidFill>
              </a:rPr>
              <a:t> </a:t>
            </a:r>
            <a:r>
              <a:rPr altLang="en-IN" lang="en-US">
                <a:solidFill>
                  <a:srgbClr val="000000"/>
                </a:solidFill>
              </a:rPr>
              <a:t>)</a:t>
            </a:r>
            <a:r>
              <a:rPr altLang="en-IN" lang="en-US">
                <a:solidFill>
                  <a:srgbClr val="000000"/>
                </a:solidFill>
              </a:rPr>
              <a:t>.</a:t>
            </a:r>
            <a:r>
              <a:rPr lang="en-IN">
                <a:solidFill>
                  <a:srgbClr val="000000"/>
                </a:solidFill>
              </a:rPr>
              <a:t>  </a:t>
            </a:r>
            <a:endParaRPr lang="en-IN">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08" name=""/>
          <p:cNvSpPr>
            <a:spLocks noGrp="1"/>
          </p:cNvSpPr>
          <p:nvPr>
            <p:ph idx="1"/>
          </p:nvPr>
        </p:nvSpPr>
        <p:spPr>
          <a:xfrm>
            <a:off x="758292" y="883683"/>
            <a:ext cx="7886700" cy="4351338"/>
          </a:xfrm>
        </p:spPr>
        <p:txBody>
          <a:bodyPr/>
          <a:p>
            <a:pPr indent="0" marL="0">
              <a:buNone/>
            </a:pPr>
            <a:endParaRPr lang="en-IN"/>
          </a:p>
        </p:txBody>
      </p:sp>
      <p:pic>
        <p:nvPicPr>
          <p:cNvPr id="2097155" name=""/>
          <p:cNvPicPr>
            <a:picLocks/>
          </p:cNvPicPr>
          <p:nvPr/>
        </p:nvPicPr>
        <p:blipFill>
          <a:blip xmlns:r="http://schemas.openxmlformats.org/officeDocument/2006/relationships" r:embed="rId1"/>
          <a:stretch>
            <a:fillRect/>
          </a:stretch>
        </p:blipFill>
        <p:spPr>
          <a:xfrm rot="21597356">
            <a:off x="-108357" y="419039"/>
            <a:ext cx="9102577" cy="5838342"/>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09" name=""/>
          <p:cNvSpPr>
            <a:spLocks noGrp="1"/>
          </p:cNvSpPr>
          <p:nvPr>
            <p:ph idx="1"/>
          </p:nvPr>
        </p:nvSpPr>
        <p:spPr>
          <a:xfrm>
            <a:off x="341142" y="733354"/>
            <a:ext cx="7886700" cy="4351338"/>
          </a:xfrm>
        </p:spPr>
        <p:txBody>
          <a:bodyPr>
            <a:normAutofit fontScale="85714" lnSpcReduction="20000"/>
          </a:bodyPr>
          <a:p>
            <a:pPr indent="0" marL="0">
              <a:buNone/>
            </a:pPr>
            <a:r>
              <a:rPr altLang="en-IN" lang="en-US">
                <a:solidFill>
                  <a:srgbClr val="800000"/>
                </a:solidFill>
              </a:rPr>
              <a:t>F</a:t>
            </a:r>
            <a:r>
              <a:rPr altLang="en-IN" lang="en-US">
                <a:solidFill>
                  <a:srgbClr val="800000"/>
                </a:solidFill>
              </a:rPr>
              <a:t>o</a:t>
            </a:r>
            <a:r>
              <a:rPr altLang="en-IN" lang="en-US">
                <a:solidFill>
                  <a:srgbClr val="800000"/>
                </a:solidFill>
              </a:rPr>
              <a:t>r</a:t>
            </a:r>
            <a:r>
              <a:rPr altLang="en-IN" lang="en-US">
                <a:solidFill>
                  <a:srgbClr val="800000"/>
                </a:solidFill>
              </a:rPr>
              <a:t>e</a:t>
            </a:r>
            <a:r>
              <a:rPr altLang="en-IN" lang="en-US">
                <a:solidFill>
                  <a:srgbClr val="800000"/>
                </a:solidFill>
              </a:rPr>
              <a:t>n</a:t>
            </a:r>
            <a:r>
              <a:rPr altLang="en-IN" lang="en-US">
                <a:solidFill>
                  <a:srgbClr val="800000"/>
                </a:solidFill>
              </a:rPr>
              <a:t>s</a:t>
            </a:r>
            <a:r>
              <a:rPr altLang="en-IN" lang="en-US">
                <a:solidFill>
                  <a:srgbClr val="800000"/>
                </a:solidFill>
              </a:rPr>
              <a:t>i</a:t>
            </a:r>
            <a:r>
              <a:rPr altLang="en-IN" lang="en-US">
                <a:solidFill>
                  <a:srgbClr val="800000"/>
                </a:solidFill>
              </a:rPr>
              <a:t>c</a:t>
            </a:r>
            <a:r>
              <a:rPr altLang="en-IN" lang="en-US">
                <a:solidFill>
                  <a:srgbClr val="800000"/>
                </a:solidFill>
              </a:rPr>
              <a:t> </a:t>
            </a:r>
            <a:r>
              <a:rPr altLang="en-IN" lang="en-US">
                <a:solidFill>
                  <a:srgbClr val="800000"/>
                </a:solidFill>
              </a:rPr>
              <a:t>N</a:t>
            </a:r>
            <a:r>
              <a:rPr altLang="en-IN" lang="en-US">
                <a:solidFill>
                  <a:srgbClr val="800000"/>
                </a:solidFill>
              </a:rPr>
              <a:t>u</a:t>
            </a:r>
            <a:r>
              <a:rPr altLang="en-IN" lang="en-US">
                <a:solidFill>
                  <a:srgbClr val="800000"/>
                </a:solidFill>
              </a:rPr>
              <a:t>r</a:t>
            </a:r>
            <a:r>
              <a:rPr altLang="en-IN" lang="en-US">
                <a:solidFill>
                  <a:srgbClr val="800000"/>
                </a:solidFill>
              </a:rPr>
              <a:t>s</a:t>
            </a:r>
            <a:r>
              <a:rPr altLang="en-IN" lang="en-US">
                <a:solidFill>
                  <a:srgbClr val="800000"/>
                </a:solidFill>
              </a:rPr>
              <a:t>e</a:t>
            </a:r>
            <a:r>
              <a:rPr altLang="en-IN" lang="en-US">
                <a:solidFill>
                  <a:srgbClr val="800000"/>
                </a:solidFill>
              </a:rPr>
              <a:t> </a:t>
            </a:r>
            <a:r>
              <a:rPr altLang="en-IN" lang="en-US">
                <a:solidFill>
                  <a:srgbClr val="800000"/>
                </a:solidFill>
              </a:rPr>
              <a:t>D</a:t>
            </a:r>
            <a:r>
              <a:rPr altLang="en-IN" lang="en-US">
                <a:solidFill>
                  <a:srgbClr val="800000"/>
                </a:solidFill>
              </a:rPr>
              <a:t>e</a:t>
            </a:r>
            <a:r>
              <a:rPr altLang="en-IN" lang="en-US">
                <a:solidFill>
                  <a:srgbClr val="800000"/>
                </a:solidFill>
              </a:rPr>
              <a:t>a</a:t>
            </a:r>
            <a:r>
              <a:rPr altLang="en-IN" lang="en-US">
                <a:solidFill>
                  <a:srgbClr val="800000"/>
                </a:solidFill>
              </a:rPr>
              <a:t>t</a:t>
            </a:r>
            <a:r>
              <a:rPr altLang="en-IN" lang="en-US">
                <a:solidFill>
                  <a:srgbClr val="800000"/>
                </a:solidFill>
              </a:rPr>
              <a:t>h</a:t>
            </a:r>
            <a:r>
              <a:rPr altLang="en-IN" lang="en-US">
                <a:solidFill>
                  <a:srgbClr val="800000"/>
                </a:solidFill>
              </a:rPr>
              <a:t> </a:t>
            </a:r>
            <a:r>
              <a:rPr altLang="en-IN" lang="en-US">
                <a:solidFill>
                  <a:srgbClr val="800000"/>
                </a:solidFill>
              </a:rPr>
              <a:t>I</a:t>
            </a:r>
            <a:r>
              <a:rPr altLang="en-IN" lang="en-US">
                <a:solidFill>
                  <a:srgbClr val="800000"/>
                </a:solidFill>
              </a:rPr>
              <a:t>n</a:t>
            </a:r>
            <a:r>
              <a:rPr altLang="en-IN" lang="en-US">
                <a:solidFill>
                  <a:srgbClr val="800000"/>
                </a:solidFill>
              </a:rPr>
              <a:t>v</a:t>
            </a:r>
            <a:r>
              <a:rPr altLang="en-IN" lang="en-US">
                <a:solidFill>
                  <a:srgbClr val="800000"/>
                </a:solidFill>
              </a:rPr>
              <a:t>e</a:t>
            </a:r>
            <a:r>
              <a:rPr altLang="en-IN" lang="en-US">
                <a:solidFill>
                  <a:srgbClr val="800000"/>
                </a:solidFill>
              </a:rPr>
              <a:t>s</a:t>
            </a:r>
            <a:r>
              <a:rPr altLang="en-IN" lang="en-US">
                <a:solidFill>
                  <a:srgbClr val="800000"/>
                </a:solidFill>
              </a:rPr>
              <a:t>t</a:t>
            </a:r>
            <a:r>
              <a:rPr altLang="en-IN" lang="en-US">
                <a:solidFill>
                  <a:srgbClr val="800000"/>
                </a:solidFill>
              </a:rPr>
              <a:t>i</a:t>
            </a:r>
            <a:r>
              <a:rPr altLang="en-IN" lang="en-US">
                <a:solidFill>
                  <a:srgbClr val="800000"/>
                </a:solidFill>
              </a:rPr>
              <a:t>g</a:t>
            </a:r>
            <a:r>
              <a:rPr altLang="en-IN" lang="en-US">
                <a:solidFill>
                  <a:srgbClr val="800000"/>
                </a:solidFill>
              </a:rPr>
              <a:t>a</a:t>
            </a:r>
            <a:r>
              <a:rPr altLang="en-IN" lang="en-US">
                <a:solidFill>
                  <a:srgbClr val="800000"/>
                </a:solidFill>
              </a:rPr>
              <a:t>t</a:t>
            </a:r>
            <a:r>
              <a:rPr altLang="en-IN" lang="en-US">
                <a:solidFill>
                  <a:srgbClr val="800000"/>
                </a:solidFill>
              </a:rPr>
              <a:t>o</a:t>
            </a:r>
            <a:r>
              <a:rPr altLang="en-IN" lang="en-US">
                <a:solidFill>
                  <a:srgbClr val="800000"/>
                </a:solidFill>
              </a:rPr>
              <a:t>r</a:t>
            </a:r>
            <a:endParaRPr lang="en-IN">
              <a:solidFill>
                <a:srgbClr val="800000"/>
              </a:solidFill>
            </a:endParaRPr>
          </a:p>
          <a:p>
            <a:pPr indent="0" marL="0">
              <a:buNone/>
            </a:pPr>
            <a:r>
              <a:rPr altLang="en-IN" lang="en-US">
                <a:solidFill>
                  <a:srgbClr val="000000"/>
                </a:solidFill>
              </a:rPr>
              <a:t>A</a:t>
            </a:r>
            <a:r>
              <a:rPr altLang="en-IN" lang="en-US">
                <a:solidFill>
                  <a:srgbClr val="000000"/>
                </a:solidFill>
              </a:rPr>
              <a:t>p</a:t>
            </a:r>
            <a:r>
              <a:rPr altLang="en-IN" lang="en-US">
                <a:solidFill>
                  <a:srgbClr val="000000"/>
                </a:solidFill>
              </a:rPr>
              <a:t>p</a:t>
            </a:r>
            <a:r>
              <a:rPr altLang="en-IN" lang="en-US">
                <a:solidFill>
                  <a:srgbClr val="000000"/>
                </a:solidFill>
              </a:rPr>
              <a:t>l</a:t>
            </a:r>
            <a:r>
              <a:rPr altLang="en-IN" lang="en-US">
                <a:solidFill>
                  <a:srgbClr val="000000"/>
                </a:solidFill>
              </a:rPr>
              <a:t>y</a:t>
            </a:r>
            <a:r>
              <a:rPr altLang="en-IN" lang="en-US">
                <a:solidFill>
                  <a:srgbClr val="000000"/>
                </a:solidFill>
              </a:rPr>
              <a:t> </a:t>
            </a:r>
            <a:r>
              <a:rPr altLang="en-IN" lang="en-US">
                <a:solidFill>
                  <a:srgbClr val="000000"/>
                </a:solidFill>
              </a:rPr>
              <a:t>t</a:t>
            </a:r>
            <a:r>
              <a:rPr altLang="en-IN" lang="en-US">
                <a:solidFill>
                  <a:srgbClr val="000000"/>
                </a:solidFill>
              </a:rPr>
              <a:t>h</a:t>
            </a:r>
            <a:r>
              <a:rPr altLang="en-IN" lang="en-US">
                <a:solidFill>
                  <a:srgbClr val="000000"/>
                </a:solidFill>
              </a:rPr>
              <a:t>e</a:t>
            </a:r>
            <a:r>
              <a:rPr altLang="en-IN" lang="en-US">
                <a:solidFill>
                  <a:srgbClr val="000000"/>
                </a:solidFill>
              </a:rPr>
              <a:t> </a:t>
            </a:r>
            <a:r>
              <a:rPr altLang="en-IN" lang="en-US">
                <a:solidFill>
                  <a:srgbClr val="000000"/>
                </a:solidFill>
              </a:rPr>
              <a:t>n</a:t>
            </a:r>
            <a:r>
              <a:rPr altLang="en-IN" lang="en-US">
                <a:solidFill>
                  <a:srgbClr val="000000"/>
                </a:solidFill>
              </a:rPr>
              <a:t>u</a:t>
            </a:r>
            <a:r>
              <a:rPr altLang="en-IN" lang="en-US">
                <a:solidFill>
                  <a:srgbClr val="000000"/>
                </a:solidFill>
              </a:rPr>
              <a:t>r</a:t>
            </a:r>
            <a:r>
              <a:rPr altLang="en-IN" lang="en-US">
                <a:solidFill>
                  <a:srgbClr val="000000"/>
                </a:solidFill>
              </a:rPr>
              <a:t>s</a:t>
            </a:r>
            <a:r>
              <a:rPr altLang="en-IN" lang="en-US">
                <a:solidFill>
                  <a:srgbClr val="000000"/>
                </a:solidFill>
              </a:rPr>
              <a:t>i</a:t>
            </a:r>
            <a:r>
              <a:rPr altLang="en-IN" lang="en-US">
                <a:solidFill>
                  <a:srgbClr val="000000"/>
                </a:solidFill>
              </a:rPr>
              <a:t>n</a:t>
            </a:r>
            <a:r>
              <a:rPr altLang="en-IN" lang="en-US">
                <a:solidFill>
                  <a:srgbClr val="000000"/>
                </a:solidFill>
              </a:rPr>
              <a:t>g</a:t>
            </a:r>
            <a:r>
              <a:rPr altLang="en-IN" lang="en-US">
                <a:solidFill>
                  <a:srgbClr val="000000"/>
                </a:solidFill>
              </a:rPr>
              <a:t> </a:t>
            </a:r>
            <a:r>
              <a:rPr altLang="en-IN" lang="en-US">
                <a:solidFill>
                  <a:srgbClr val="000000"/>
                </a:solidFill>
              </a:rPr>
              <a:t>p</a:t>
            </a:r>
            <a:r>
              <a:rPr altLang="en-IN" lang="en-US">
                <a:solidFill>
                  <a:srgbClr val="000000"/>
                </a:solidFill>
              </a:rPr>
              <a:t>r</a:t>
            </a:r>
            <a:r>
              <a:rPr altLang="en-IN" lang="en-US">
                <a:solidFill>
                  <a:srgbClr val="000000"/>
                </a:solidFill>
              </a:rPr>
              <a:t>o</a:t>
            </a:r>
            <a:r>
              <a:rPr altLang="en-IN" lang="en-US">
                <a:solidFill>
                  <a:srgbClr val="000000"/>
                </a:solidFill>
              </a:rPr>
              <a:t>c</a:t>
            </a:r>
            <a:r>
              <a:rPr altLang="en-IN" lang="en-US">
                <a:solidFill>
                  <a:srgbClr val="000000"/>
                </a:solidFill>
              </a:rPr>
              <a:t>e</a:t>
            </a:r>
            <a:r>
              <a:rPr altLang="en-IN" lang="en-US">
                <a:solidFill>
                  <a:srgbClr val="000000"/>
                </a:solidFill>
              </a:rPr>
              <a:t>s</a:t>
            </a:r>
            <a:r>
              <a:rPr altLang="en-IN" lang="en-US">
                <a:solidFill>
                  <a:srgbClr val="000000"/>
                </a:solidFill>
              </a:rPr>
              <a:t>s</a:t>
            </a:r>
            <a:r>
              <a:rPr altLang="en-IN" lang="en-US">
                <a:solidFill>
                  <a:srgbClr val="000000"/>
                </a:solidFill>
              </a:rPr>
              <a:t> </a:t>
            </a:r>
            <a:r>
              <a:rPr altLang="en-IN" lang="en-US">
                <a:solidFill>
                  <a:srgbClr val="000000"/>
                </a:solidFill>
              </a:rPr>
              <a:t>t</a:t>
            </a:r>
            <a:r>
              <a:rPr altLang="en-IN" lang="en-US">
                <a:solidFill>
                  <a:srgbClr val="000000"/>
                </a:solidFill>
              </a:rPr>
              <a:t>o</a:t>
            </a:r>
            <a:r>
              <a:rPr altLang="en-IN" lang="en-US">
                <a:solidFill>
                  <a:srgbClr val="000000"/>
                </a:solidFill>
              </a:rPr>
              <a:t> </a:t>
            </a:r>
            <a:r>
              <a:rPr altLang="en-IN" lang="en-US">
                <a:solidFill>
                  <a:srgbClr val="000000"/>
                </a:solidFill>
              </a:rPr>
              <a:t>d</a:t>
            </a:r>
            <a:r>
              <a:rPr altLang="en-IN" lang="en-US">
                <a:solidFill>
                  <a:srgbClr val="000000"/>
                </a:solidFill>
              </a:rPr>
              <a:t>e</a:t>
            </a:r>
            <a:r>
              <a:rPr altLang="en-IN" lang="en-US">
                <a:solidFill>
                  <a:srgbClr val="000000"/>
                </a:solidFill>
              </a:rPr>
              <a:t>a</a:t>
            </a:r>
            <a:r>
              <a:rPr altLang="en-IN" lang="en-US">
                <a:solidFill>
                  <a:srgbClr val="000000"/>
                </a:solidFill>
              </a:rPr>
              <a:t>t</a:t>
            </a:r>
            <a:r>
              <a:rPr altLang="en-IN" lang="en-US">
                <a:solidFill>
                  <a:srgbClr val="000000"/>
                </a:solidFill>
              </a:rPr>
              <a:t>h</a:t>
            </a:r>
            <a:r>
              <a:rPr altLang="en-IN" lang="en-US">
                <a:solidFill>
                  <a:srgbClr val="000000"/>
                </a:solidFill>
              </a:rPr>
              <a:t> </a:t>
            </a:r>
            <a:r>
              <a:rPr altLang="en-IN" lang="en-US">
                <a:solidFill>
                  <a:srgbClr val="000000"/>
                </a:solidFill>
              </a:rPr>
              <a:t>i</a:t>
            </a:r>
            <a:r>
              <a:rPr altLang="en-IN" lang="en-US">
                <a:solidFill>
                  <a:srgbClr val="000000"/>
                </a:solidFill>
              </a:rPr>
              <a:t>n</a:t>
            </a:r>
            <a:r>
              <a:rPr altLang="en-IN" lang="en-US">
                <a:solidFill>
                  <a:srgbClr val="000000"/>
                </a:solidFill>
              </a:rPr>
              <a:t>v</a:t>
            </a:r>
            <a:r>
              <a:rPr altLang="en-IN" lang="en-US">
                <a:solidFill>
                  <a:srgbClr val="000000"/>
                </a:solidFill>
              </a:rPr>
              <a:t>e</a:t>
            </a:r>
            <a:r>
              <a:rPr altLang="en-IN" lang="en-US">
                <a:solidFill>
                  <a:srgbClr val="000000"/>
                </a:solidFill>
              </a:rPr>
              <a:t>s</a:t>
            </a:r>
            <a:r>
              <a:rPr altLang="en-IN" lang="en-US">
                <a:solidFill>
                  <a:srgbClr val="000000"/>
                </a:solidFill>
              </a:rPr>
              <a:t>t</a:t>
            </a:r>
            <a:r>
              <a:rPr altLang="en-IN" lang="en-US">
                <a:solidFill>
                  <a:srgbClr val="000000"/>
                </a:solidFill>
              </a:rPr>
              <a:t>i</a:t>
            </a:r>
            <a:r>
              <a:rPr altLang="en-IN" lang="en-US">
                <a:solidFill>
                  <a:srgbClr val="000000"/>
                </a:solidFill>
              </a:rPr>
              <a:t>g</a:t>
            </a:r>
            <a:r>
              <a:rPr altLang="en-IN" lang="en-US">
                <a:solidFill>
                  <a:srgbClr val="000000"/>
                </a:solidFill>
              </a:rPr>
              <a:t>a</a:t>
            </a:r>
            <a:r>
              <a:rPr altLang="en-IN" lang="en-US">
                <a:solidFill>
                  <a:srgbClr val="000000"/>
                </a:solidFill>
              </a:rPr>
              <a:t>t</a:t>
            </a:r>
            <a:r>
              <a:rPr altLang="en-IN" lang="en-US">
                <a:solidFill>
                  <a:srgbClr val="000000"/>
                </a:solidFill>
              </a:rPr>
              <a:t>i</a:t>
            </a:r>
            <a:r>
              <a:rPr altLang="en-IN" lang="en-US">
                <a:solidFill>
                  <a:srgbClr val="000000"/>
                </a:solidFill>
              </a:rPr>
              <a:t>o</a:t>
            </a:r>
            <a:r>
              <a:rPr altLang="en-IN" lang="en-US">
                <a:solidFill>
                  <a:srgbClr val="000000"/>
                </a:solidFill>
              </a:rPr>
              <a:t>n</a:t>
            </a:r>
            <a:r>
              <a:rPr altLang="en-IN" lang="en-US">
                <a:solidFill>
                  <a:srgbClr val="000000"/>
                </a:solidFill>
              </a:rPr>
              <a:t> </a:t>
            </a:r>
            <a:r>
              <a:rPr altLang="en-IN" lang="en-US">
                <a:solidFill>
                  <a:srgbClr val="000000"/>
                </a:solidFill>
              </a:rPr>
              <a:t>acros</a:t>
            </a:r>
            <a:r>
              <a:rPr altLang="en-IN" lang="en-US">
                <a:solidFill>
                  <a:srgbClr val="000000"/>
                </a:solidFill>
              </a:rPr>
              <a:t>s</a:t>
            </a:r>
            <a:r>
              <a:rPr altLang="en-IN" lang="en-US">
                <a:solidFill>
                  <a:srgbClr val="000000"/>
                </a:solidFill>
              </a:rPr>
              <a:t> </a:t>
            </a:r>
            <a:r>
              <a:rPr altLang="en-IN" lang="en-US">
                <a:solidFill>
                  <a:srgbClr val="000000"/>
                </a:solidFill>
              </a:rPr>
              <a:t>t</a:t>
            </a:r>
            <a:r>
              <a:rPr altLang="en-IN" lang="en-US">
                <a:solidFill>
                  <a:srgbClr val="000000"/>
                </a:solidFill>
              </a:rPr>
              <a:t>h</a:t>
            </a:r>
            <a:r>
              <a:rPr altLang="en-IN" lang="en-US">
                <a:solidFill>
                  <a:srgbClr val="000000"/>
                </a:solidFill>
              </a:rPr>
              <a:t>e</a:t>
            </a:r>
            <a:r>
              <a:rPr altLang="en-IN" lang="en-US">
                <a:solidFill>
                  <a:srgbClr val="000000"/>
                </a:solidFill>
              </a:rPr>
              <a:t> </a:t>
            </a:r>
            <a:r>
              <a:rPr altLang="en-IN" lang="en-US">
                <a:solidFill>
                  <a:srgbClr val="000000"/>
                </a:solidFill>
              </a:rPr>
              <a:t>l</a:t>
            </a:r>
            <a:r>
              <a:rPr altLang="en-IN" lang="en-US">
                <a:solidFill>
                  <a:srgbClr val="000000"/>
                </a:solidFill>
              </a:rPr>
              <a:t>i</a:t>
            </a:r>
            <a:r>
              <a:rPr altLang="en-IN" lang="en-US">
                <a:solidFill>
                  <a:srgbClr val="000000"/>
                </a:solidFill>
              </a:rPr>
              <a:t>f</a:t>
            </a:r>
            <a:r>
              <a:rPr altLang="en-IN" lang="en-US">
                <a:solidFill>
                  <a:srgbClr val="000000"/>
                </a:solidFill>
              </a:rPr>
              <a:t>e</a:t>
            </a:r>
            <a:r>
              <a:rPr altLang="en-IN" lang="en-US">
                <a:solidFill>
                  <a:srgbClr val="000000"/>
                </a:solidFill>
              </a:rPr>
              <a:t>s</a:t>
            </a:r>
            <a:r>
              <a:rPr altLang="en-IN" lang="en-US">
                <a:solidFill>
                  <a:srgbClr val="000000"/>
                </a:solidFill>
              </a:rPr>
              <a:t>p</a:t>
            </a:r>
            <a:r>
              <a:rPr altLang="en-IN" lang="en-US">
                <a:solidFill>
                  <a:srgbClr val="000000"/>
                </a:solidFill>
              </a:rPr>
              <a:t>a</a:t>
            </a:r>
            <a:r>
              <a:rPr altLang="en-IN" lang="en-US">
                <a:solidFill>
                  <a:srgbClr val="000000"/>
                </a:solidFill>
              </a:rPr>
              <a:t>n</a:t>
            </a:r>
            <a:r>
              <a:rPr altLang="en-IN" lang="en-US">
                <a:solidFill>
                  <a:srgbClr val="000000"/>
                </a:solidFill>
              </a:rPr>
              <a:t>.</a:t>
            </a:r>
            <a:endParaRPr lang="en-IN">
              <a:solidFill>
                <a:srgbClr val="800000"/>
              </a:solidFill>
            </a:endParaRPr>
          </a:p>
          <a:p>
            <a:pPr indent="0" marL="0">
              <a:buNone/>
            </a:pPr>
            <a:r>
              <a:rPr altLang="en-IN" lang="en-US">
                <a:solidFill>
                  <a:srgbClr val="000000"/>
                </a:solidFill>
              </a:rPr>
              <a:t>C</a:t>
            </a:r>
            <a:r>
              <a:rPr altLang="en-IN" lang="en-US">
                <a:solidFill>
                  <a:srgbClr val="000000"/>
                </a:solidFill>
              </a:rPr>
              <a:t>o</a:t>
            </a:r>
            <a:r>
              <a:rPr altLang="en-IN" lang="en-US">
                <a:solidFill>
                  <a:srgbClr val="000000"/>
                </a:solidFill>
              </a:rPr>
              <a:t>l</a:t>
            </a:r>
            <a:r>
              <a:rPr altLang="en-IN" lang="en-US">
                <a:solidFill>
                  <a:srgbClr val="000000"/>
                </a:solidFill>
              </a:rPr>
              <a:t>l</a:t>
            </a:r>
            <a:r>
              <a:rPr altLang="en-IN" lang="en-US">
                <a:solidFill>
                  <a:srgbClr val="000000"/>
                </a:solidFill>
              </a:rPr>
              <a:t>a</a:t>
            </a:r>
            <a:r>
              <a:rPr altLang="en-IN" lang="en-US">
                <a:solidFill>
                  <a:srgbClr val="000000"/>
                </a:solidFill>
              </a:rPr>
              <a:t>b</a:t>
            </a:r>
            <a:r>
              <a:rPr altLang="en-IN" lang="en-US">
                <a:solidFill>
                  <a:srgbClr val="000000"/>
                </a:solidFill>
              </a:rPr>
              <a:t>o</a:t>
            </a:r>
            <a:r>
              <a:rPr altLang="en-IN" lang="en-US">
                <a:solidFill>
                  <a:srgbClr val="000000"/>
                </a:solidFill>
              </a:rPr>
              <a:t>r</a:t>
            </a:r>
            <a:r>
              <a:rPr altLang="en-IN" lang="en-US">
                <a:solidFill>
                  <a:srgbClr val="000000"/>
                </a:solidFill>
              </a:rPr>
              <a:t>a</a:t>
            </a:r>
            <a:r>
              <a:rPr altLang="en-IN" lang="en-US">
                <a:solidFill>
                  <a:srgbClr val="000000"/>
                </a:solidFill>
              </a:rPr>
              <a:t>t</a:t>
            </a:r>
            <a:r>
              <a:rPr altLang="en-IN" lang="en-US">
                <a:solidFill>
                  <a:srgbClr val="000000"/>
                </a:solidFill>
              </a:rPr>
              <a:t>e</a:t>
            </a:r>
            <a:r>
              <a:rPr altLang="en-IN" lang="en-US">
                <a:solidFill>
                  <a:srgbClr val="000000"/>
                </a:solidFill>
              </a:rPr>
              <a:t> </a:t>
            </a:r>
            <a:r>
              <a:rPr altLang="en-IN" lang="en-US">
                <a:solidFill>
                  <a:srgbClr val="000000"/>
                </a:solidFill>
              </a:rPr>
              <a:t>w</a:t>
            </a:r>
            <a:r>
              <a:rPr altLang="en-IN" lang="en-US">
                <a:solidFill>
                  <a:srgbClr val="000000"/>
                </a:solidFill>
              </a:rPr>
              <a:t>i</a:t>
            </a:r>
            <a:r>
              <a:rPr altLang="en-IN" lang="en-US">
                <a:solidFill>
                  <a:srgbClr val="000000"/>
                </a:solidFill>
              </a:rPr>
              <a:t>t</a:t>
            </a:r>
            <a:r>
              <a:rPr altLang="en-IN" lang="en-US">
                <a:solidFill>
                  <a:srgbClr val="000000"/>
                </a:solidFill>
              </a:rPr>
              <a:t>h</a:t>
            </a:r>
            <a:r>
              <a:rPr altLang="en-IN" lang="en-US">
                <a:solidFill>
                  <a:srgbClr val="000000"/>
                </a:solidFill>
              </a:rPr>
              <a:t> </a:t>
            </a:r>
            <a:r>
              <a:rPr altLang="en-IN" lang="en-US">
                <a:solidFill>
                  <a:srgbClr val="000000"/>
                </a:solidFill>
              </a:rPr>
              <a:t>i</a:t>
            </a:r>
            <a:r>
              <a:rPr altLang="en-IN" lang="en-US">
                <a:solidFill>
                  <a:srgbClr val="000000"/>
                </a:solidFill>
              </a:rPr>
              <a:t>n</a:t>
            </a:r>
            <a:r>
              <a:rPr altLang="en-IN" lang="en-US">
                <a:solidFill>
                  <a:srgbClr val="000000"/>
                </a:solidFill>
              </a:rPr>
              <a:t>t</a:t>
            </a:r>
            <a:r>
              <a:rPr altLang="en-IN" lang="en-US">
                <a:solidFill>
                  <a:srgbClr val="000000"/>
                </a:solidFill>
              </a:rPr>
              <a:t>e</a:t>
            </a:r>
            <a:r>
              <a:rPr altLang="en-IN" lang="en-US">
                <a:solidFill>
                  <a:srgbClr val="000000"/>
                </a:solidFill>
              </a:rPr>
              <a:t>r</a:t>
            </a:r>
            <a:r>
              <a:rPr altLang="en-IN" lang="en-US">
                <a:solidFill>
                  <a:srgbClr val="000000"/>
                </a:solidFill>
              </a:rPr>
              <a:t>d</a:t>
            </a:r>
            <a:r>
              <a:rPr altLang="en-IN" lang="en-US">
                <a:solidFill>
                  <a:srgbClr val="000000"/>
                </a:solidFill>
              </a:rPr>
              <a:t>i</a:t>
            </a:r>
            <a:r>
              <a:rPr altLang="en-IN" lang="en-US">
                <a:solidFill>
                  <a:srgbClr val="000000"/>
                </a:solidFill>
              </a:rPr>
              <a:t>s</a:t>
            </a:r>
            <a:r>
              <a:rPr altLang="en-IN" lang="en-US">
                <a:solidFill>
                  <a:srgbClr val="000000"/>
                </a:solidFill>
              </a:rPr>
              <a:t>c</a:t>
            </a:r>
            <a:r>
              <a:rPr altLang="en-IN" lang="en-US">
                <a:solidFill>
                  <a:srgbClr val="000000"/>
                </a:solidFill>
              </a:rPr>
              <a:t>i</a:t>
            </a:r>
            <a:r>
              <a:rPr altLang="en-IN" lang="en-US">
                <a:solidFill>
                  <a:srgbClr val="000000"/>
                </a:solidFill>
              </a:rPr>
              <a:t>p</a:t>
            </a:r>
            <a:r>
              <a:rPr altLang="en-IN" lang="en-US">
                <a:solidFill>
                  <a:srgbClr val="000000"/>
                </a:solidFill>
              </a:rPr>
              <a:t>l</a:t>
            </a:r>
            <a:r>
              <a:rPr altLang="en-IN" lang="en-US">
                <a:solidFill>
                  <a:srgbClr val="000000"/>
                </a:solidFill>
              </a:rPr>
              <a:t>i</a:t>
            </a:r>
            <a:r>
              <a:rPr altLang="en-IN" lang="en-US">
                <a:solidFill>
                  <a:srgbClr val="000000"/>
                </a:solidFill>
              </a:rPr>
              <a:t>n</a:t>
            </a:r>
            <a:r>
              <a:rPr altLang="en-IN" lang="en-US">
                <a:solidFill>
                  <a:srgbClr val="000000"/>
                </a:solidFill>
              </a:rPr>
              <a:t>a</a:t>
            </a:r>
            <a:r>
              <a:rPr altLang="en-IN" lang="en-US">
                <a:solidFill>
                  <a:srgbClr val="000000"/>
                </a:solidFill>
              </a:rPr>
              <a:t>r</a:t>
            </a:r>
            <a:r>
              <a:rPr altLang="en-IN" lang="en-US">
                <a:solidFill>
                  <a:srgbClr val="000000"/>
                </a:solidFill>
              </a:rPr>
              <a:t>y</a:t>
            </a:r>
            <a:r>
              <a:rPr altLang="en-IN" lang="en-US">
                <a:solidFill>
                  <a:srgbClr val="000000"/>
                </a:solidFill>
              </a:rPr>
              <a:t> </a:t>
            </a:r>
            <a:r>
              <a:rPr altLang="en-IN" lang="en-US">
                <a:solidFill>
                  <a:srgbClr val="000000"/>
                </a:solidFill>
              </a:rPr>
              <a:t>a</a:t>
            </a:r>
            <a:r>
              <a:rPr altLang="en-IN" lang="en-US">
                <a:solidFill>
                  <a:srgbClr val="000000"/>
                </a:solidFill>
              </a:rPr>
              <a:t>g</a:t>
            </a:r>
            <a:r>
              <a:rPr altLang="en-IN" lang="en-US">
                <a:solidFill>
                  <a:srgbClr val="000000"/>
                </a:solidFill>
              </a:rPr>
              <a:t>e</a:t>
            </a:r>
            <a:r>
              <a:rPr altLang="en-IN" lang="en-US">
                <a:solidFill>
                  <a:srgbClr val="000000"/>
                </a:solidFill>
              </a:rPr>
              <a:t>n</a:t>
            </a:r>
            <a:r>
              <a:rPr altLang="en-IN" lang="en-US">
                <a:solidFill>
                  <a:srgbClr val="000000"/>
                </a:solidFill>
              </a:rPr>
              <a:t>c</a:t>
            </a:r>
            <a:r>
              <a:rPr altLang="en-IN" lang="en-US">
                <a:solidFill>
                  <a:srgbClr val="000000"/>
                </a:solidFill>
              </a:rPr>
              <a:t>y</a:t>
            </a:r>
            <a:endParaRPr lang="en-IN">
              <a:solidFill>
                <a:srgbClr val="800000"/>
              </a:solidFill>
            </a:endParaRPr>
          </a:p>
          <a:p>
            <a:pPr indent="0" marL="0">
              <a:buNone/>
            </a:pPr>
            <a:r>
              <a:rPr altLang="en-IN" lang="en-US"/>
              <a:t>I</a:t>
            </a:r>
            <a:r>
              <a:rPr altLang="en-IN" lang="en-US"/>
              <a:t>d</a:t>
            </a:r>
            <a:r>
              <a:rPr altLang="en-IN" lang="en-US"/>
              <a:t>e</a:t>
            </a:r>
            <a:r>
              <a:rPr altLang="en-IN" lang="en-US"/>
              <a:t>n</a:t>
            </a:r>
            <a:r>
              <a:rPr altLang="en-IN" lang="en-US"/>
              <a:t>t</a:t>
            </a:r>
            <a:r>
              <a:rPr altLang="en-IN" lang="en-US"/>
              <a:t>i</a:t>
            </a:r>
            <a:r>
              <a:rPr altLang="en-IN" lang="en-US"/>
              <a:t>f</a:t>
            </a:r>
            <a:r>
              <a:rPr altLang="en-IN" lang="en-US"/>
              <a:t>y</a:t>
            </a:r>
            <a:r>
              <a:rPr altLang="en-IN" lang="en-US"/>
              <a:t> </a:t>
            </a:r>
            <a:r>
              <a:rPr altLang="en-IN" lang="en-US"/>
              <a:t>t</a:t>
            </a:r>
            <a:r>
              <a:rPr altLang="en-IN" lang="en-US"/>
              <a:t>r</a:t>
            </a:r>
            <a:r>
              <a:rPr altLang="en-IN" lang="en-US"/>
              <a:t>e</a:t>
            </a:r>
            <a:r>
              <a:rPr altLang="en-IN" lang="en-US"/>
              <a:t>n</a:t>
            </a:r>
            <a:r>
              <a:rPr altLang="en-IN" lang="en-US"/>
              <a:t>d</a:t>
            </a:r>
            <a:r>
              <a:rPr altLang="en-IN" lang="en-US"/>
              <a:t>s</a:t>
            </a:r>
            <a:endParaRPr altLang="en-US" lang="zh-CN"/>
          </a:p>
          <a:p>
            <a:pPr indent="0" marL="0">
              <a:buNone/>
            </a:pPr>
            <a:r>
              <a:rPr altLang="en-IN" lang="en-US"/>
              <a:t>P</a:t>
            </a:r>
            <a:r>
              <a:rPr altLang="en-IN" lang="en-US"/>
              <a:t>a</a:t>
            </a:r>
            <a:r>
              <a:rPr altLang="en-IN" lang="en-US"/>
              <a:t>r</a:t>
            </a:r>
            <a:r>
              <a:rPr altLang="en-IN" lang="en-US"/>
              <a:t>t</a:t>
            </a:r>
            <a:r>
              <a:rPr altLang="en-IN" lang="en-US"/>
              <a:t>i</a:t>
            </a:r>
            <a:r>
              <a:rPr altLang="en-IN" lang="en-US"/>
              <a:t>c</a:t>
            </a:r>
            <a:r>
              <a:rPr altLang="en-IN" lang="en-US"/>
              <a:t>i</a:t>
            </a:r>
            <a:r>
              <a:rPr altLang="en-IN" lang="en-US"/>
              <a:t>p</a:t>
            </a:r>
            <a:r>
              <a:rPr altLang="en-IN" lang="en-US"/>
              <a:t>a</a:t>
            </a:r>
            <a:r>
              <a:rPr altLang="en-IN" lang="en-US"/>
              <a:t>t</a:t>
            </a:r>
            <a:r>
              <a:rPr altLang="en-IN" lang="en-US"/>
              <a:t>e</a:t>
            </a:r>
            <a:r>
              <a:rPr altLang="en-IN" lang="en-US"/>
              <a:t>s</a:t>
            </a:r>
            <a:r>
              <a:rPr altLang="en-IN" lang="en-US"/>
              <a:t> </a:t>
            </a:r>
            <a:r>
              <a:rPr altLang="en-IN" lang="en-US"/>
              <a:t>i</a:t>
            </a:r>
            <a:r>
              <a:rPr altLang="en-IN" lang="en-US"/>
              <a:t>n</a:t>
            </a:r>
            <a:r>
              <a:rPr altLang="en-IN" lang="en-US"/>
              <a:t> </a:t>
            </a:r>
            <a:r>
              <a:rPr altLang="en-IN" lang="en-US"/>
              <a:t>r</a:t>
            </a:r>
            <a:r>
              <a:rPr altLang="en-IN" lang="en-US"/>
              <a:t>e</a:t>
            </a:r>
            <a:r>
              <a:rPr altLang="en-IN" lang="en-US"/>
              <a:t>s</a:t>
            </a:r>
            <a:r>
              <a:rPr altLang="en-IN" lang="en-US"/>
              <a:t>e</a:t>
            </a:r>
            <a:r>
              <a:rPr altLang="en-IN" lang="en-US"/>
              <a:t>a</a:t>
            </a:r>
            <a:r>
              <a:rPr altLang="en-IN" lang="en-US"/>
              <a:t>r</a:t>
            </a:r>
            <a:r>
              <a:rPr altLang="en-IN" lang="en-US"/>
              <a:t>c</a:t>
            </a:r>
            <a:r>
              <a:rPr altLang="en-IN" lang="en-US"/>
              <a:t>h</a:t>
            </a:r>
            <a:endParaRPr altLang="en-US" lang="zh-CN"/>
          </a:p>
          <a:p>
            <a:pPr indent="0" marL="0">
              <a:buNone/>
            </a:pPr>
            <a:r>
              <a:rPr altLang="en-IN" lang="en-US"/>
              <a:t>P</a:t>
            </a:r>
            <a:r>
              <a:rPr altLang="en-IN" lang="en-US"/>
              <a:t>r</a:t>
            </a:r>
            <a:r>
              <a:rPr altLang="en-IN" lang="en-US"/>
              <a:t>o</a:t>
            </a:r>
            <a:r>
              <a:rPr altLang="en-IN" lang="en-US"/>
              <a:t>m</a:t>
            </a:r>
            <a:r>
              <a:rPr altLang="en-IN" lang="en-US"/>
              <a:t>o</a:t>
            </a:r>
            <a:r>
              <a:rPr altLang="en-IN" lang="en-US"/>
              <a:t>t</a:t>
            </a:r>
            <a:r>
              <a:rPr altLang="en-IN" lang="en-US"/>
              <a:t>e</a:t>
            </a:r>
            <a:r>
              <a:rPr altLang="en-IN" lang="en-US"/>
              <a:t> </a:t>
            </a:r>
            <a:r>
              <a:rPr altLang="en-IN" lang="en-US"/>
              <a:t>h</a:t>
            </a:r>
            <a:r>
              <a:rPr altLang="en-IN" lang="en-US"/>
              <a:t>e</a:t>
            </a:r>
            <a:r>
              <a:rPr altLang="en-IN" lang="en-US"/>
              <a:t>a</a:t>
            </a:r>
            <a:r>
              <a:rPr altLang="en-IN" lang="en-US"/>
              <a:t>l</a:t>
            </a:r>
            <a:r>
              <a:rPr altLang="en-IN" lang="en-US"/>
              <a:t>t</a:t>
            </a:r>
            <a:r>
              <a:rPr altLang="en-IN" lang="en-US"/>
              <a:t>h</a:t>
            </a:r>
            <a:r>
              <a:rPr altLang="en-IN" lang="en-US"/>
              <a:t> </a:t>
            </a:r>
            <a:r>
              <a:rPr altLang="en-IN" lang="en-US"/>
              <a:t>a</a:t>
            </a:r>
            <a:r>
              <a:rPr altLang="en-IN" lang="en-US"/>
              <a:t>n</a:t>
            </a:r>
            <a:r>
              <a:rPr altLang="en-IN" lang="en-US"/>
              <a:t>d</a:t>
            </a:r>
            <a:r>
              <a:rPr altLang="en-IN" lang="en-US"/>
              <a:t> </a:t>
            </a:r>
            <a:r>
              <a:rPr altLang="en-IN" lang="en-US"/>
              <a:t>s</a:t>
            </a:r>
            <a:r>
              <a:rPr altLang="en-IN" lang="en-US"/>
              <a:t>a</a:t>
            </a:r>
            <a:r>
              <a:rPr altLang="en-IN" lang="en-US"/>
              <a:t>f</a:t>
            </a:r>
            <a:r>
              <a:rPr altLang="en-IN" lang="en-US"/>
              <a:t>e</a:t>
            </a:r>
            <a:r>
              <a:rPr altLang="en-IN" lang="en-US"/>
              <a:t>t</a:t>
            </a:r>
            <a:r>
              <a:rPr altLang="en-IN" lang="en-US"/>
              <a:t>y</a:t>
            </a:r>
            <a:r>
              <a:rPr altLang="en-IN" lang="en-US"/>
              <a:t> </a:t>
            </a:r>
            <a:r>
              <a:rPr altLang="en-IN" lang="en-US"/>
              <a:t>t</a:t>
            </a:r>
            <a:r>
              <a:rPr altLang="en-IN" lang="en-US"/>
              <a:t>h</a:t>
            </a:r>
            <a:r>
              <a:rPr altLang="en-IN" lang="en-US"/>
              <a:t>r</a:t>
            </a:r>
            <a:r>
              <a:rPr altLang="en-IN" lang="en-US"/>
              <a:t>o</a:t>
            </a:r>
            <a:r>
              <a:rPr altLang="en-IN" lang="en-US"/>
              <a:t>u</a:t>
            </a:r>
            <a:r>
              <a:rPr altLang="en-IN" lang="en-US"/>
              <a:t>g</a:t>
            </a:r>
            <a:r>
              <a:rPr altLang="en-IN" lang="en-US"/>
              <a:t>h</a:t>
            </a:r>
            <a:r>
              <a:rPr altLang="en-IN" lang="en-US"/>
              <a:t> </a:t>
            </a:r>
            <a:r>
              <a:rPr altLang="en-IN" lang="en-US"/>
              <a:t>c</a:t>
            </a:r>
            <a:r>
              <a:rPr altLang="en-IN" lang="en-US"/>
              <a:t>o</a:t>
            </a:r>
            <a:r>
              <a:rPr altLang="en-IN" lang="en-US"/>
              <a:t>m</a:t>
            </a:r>
            <a:r>
              <a:rPr altLang="en-IN" lang="en-US"/>
              <a:t>m</a:t>
            </a:r>
            <a:r>
              <a:rPr altLang="en-IN" lang="en-US"/>
              <a:t>u</a:t>
            </a:r>
            <a:r>
              <a:rPr altLang="en-IN" lang="en-US"/>
              <a:t>n</a:t>
            </a:r>
            <a:r>
              <a:rPr altLang="en-IN" lang="en-US"/>
              <a:t>i</a:t>
            </a:r>
            <a:r>
              <a:rPr altLang="en-IN" lang="en-US"/>
              <a:t>t</a:t>
            </a:r>
            <a:r>
              <a:rPr altLang="en-IN" lang="en-US"/>
              <a:t>y</a:t>
            </a:r>
            <a:r>
              <a:rPr altLang="en-IN" lang="en-US"/>
              <a:t> </a:t>
            </a:r>
            <a:r>
              <a:rPr altLang="en-IN" lang="en-US"/>
              <a:t>e</a:t>
            </a:r>
            <a:r>
              <a:rPr altLang="en-IN" lang="en-US"/>
              <a:t>d</a:t>
            </a:r>
            <a:r>
              <a:rPr altLang="en-IN" lang="en-US"/>
              <a:t>u</a:t>
            </a:r>
            <a:r>
              <a:rPr altLang="en-IN" lang="en-US"/>
              <a:t>c</a:t>
            </a:r>
            <a:r>
              <a:rPr altLang="en-IN" lang="en-US"/>
              <a:t>a</a:t>
            </a:r>
            <a:r>
              <a:rPr altLang="en-IN" lang="en-US"/>
              <a:t>t</a:t>
            </a:r>
            <a:r>
              <a:rPr altLang="en-IN" lang="en-US"/>
              <a:t>i</a:t>
            </a:r>
            <a:r>
              <a:rPr altLang="en-IN" lang="en-US"/>
              <a:t>o</a:t>
            </a:r>
            <a:r>
              <a:rPr altLang="en-IN" lang="en-US"/>
              <a:t>n</a:t>
            </a:r>
            <a:r>
              <a:rPr altLang="en-IN" lang="en-US"/>
              <a:t>.</a:t>
            </a:r>
            <a:endParaRPr altLang="en-US" lang="zh-CN"/>
          </a:p>
          <a:p>
            <a:pPr indent="0" marL="0">
              <a:buNone/>
            </a:pPr>
            <a:r>
              <a:rPr altLang="en-IN" lang="en-US"/>
              <a:t>A</a:t>
            </a:r>
            <a:r>
              <a:rPr altLang="en-IN" lang="en-US"/>
              <a:t>p</a:t>
            </a:r>
            <a:r>
              <a:rPr altLang="en-IN" lang="en-US"/>
              <a:t>p</a:t>
            </a:r>
            <a:r>
              <a:rPr altLang="en-IN" lang="en-US"/>
              <a:t>l</a:t>
            </a:r>
            <a:r>
              <a:rPr altLang="en-IN" lang="en-US"/>
              <a:t>y</a:t>
            </a:r>
            <a:r>
              <a:rPr altLang="en-IN" lang="en-US"/>
              <a:t> </a:t>
            </a:r>
            <a:r>
              <a:rPr altLang="en-IN" lang="en-US"/>
              <a:t>n</a:t>
            </a:r>
            <a:r>
              <a:rPr altLang="en-IN" lang="en-US"/>
              <a:t>u</a:t>
            </a:r>
            <a:r>
              <a:rPr altLang="en-IN" lang="en-US"/>
              <a:t>r</a:t>
            </a:r>
            <a:r>
              <a:rPr altLang="en-IN" lang="en-US"/>
              <a:t>s</a:t>
            </a:r>
            <a:r>
              <a:rPr altLang="en-IN" lang="en-US"/>
              <a:t>i</a:t>
            </a:r>
            <a:r>
              <a:rPr altLang="en-IN" lang="en-US"/>
              <a:t>n</a:t>
            </a:r>
            <a:r>
              <a:rPr altLang="en-IN" lang="en-US"/>
              <a:t>g</a:t>
            </a:r>
            <a:r>
              <a:rPr altLang="en-IN" lang="en-US"/>
              <a:t> </a:t>
            </a:r>
            <a:r>
              <a:rPr altLang="en-IN" lang="en-US"/>
              <a:t>k</a:t>
            </a:r>
            <a:r>
              <a:rPr altLang="en-IN" lang="en-US"/>
              <a:t>n</a:t>
            </a:r>
            <a:r>
              <a:rPr altLang="en-IN" lang="en-US"/>
              <a:t>o</a:t>
            </a:r>
            <a:r>
              <a:rPr altLang="en-IN" lang="en-US"/>
              <a:t>w</a:t>
            </a:r>
            <a:r>
              <a:rPr altLang="en-IN" lang="en-US"/>
              <a:t>l</a:t>
            </a:r>
            <a:r>
              <a:rPr altLang="en-IN" lang="en-US"/>
              <a:t>e</a:t>
            </a:r>
            <a:r>
              <a:rPr altLang="en-IN" lang="en-US"/>
              <a:t>d</a:t>
            </a:r>
            <a:r>
              <a:rPr altLang="en-IN" lang="en-US"/>
              <a:t>g</a:t>
            </a:r>
            <a:r>
              <a:rPr altLang="en-IN" lang="en-US"/>
              <a:t>e</a:t>
            </a:r>
            <a:r>
              <a:rPr altLang="en-IN" lang="en-US"/>
              <a:t> </a:t>
            </a:r>
            <a:endParaRPr altLang="en-US" lang="zh-CN"/>
          </a:p>
          <a:p>
            <a:pPr indent="0" marL="0">
              <a:buNone/>
            </a:pPr>
            <a:r>
              <a:rPr altLang="en-IN" lang="en-US"/>
              <a:t>Q</a:t>
            </a:r>
            <a:r>
              <a:rPr altLang="en-IN" lang="en-US"/>
              <a:t>u</a:t>
            </a:r>
            <a:r>
              <a:rPr altLang="en-IN" lang="en-US"/>
              <a:t>e</a:t>
            </a:r>
            <a:r>
              <a:rPr altLang="en-IN" lang="en-US"/>
              <a:t>s</a:t>
            </a:r>
            <a:r>
              <a:rPr altLang="en-IN" lang="en-US"/>
              <a:t>t</a:t>
            </a:r>
            <a:r>
              <a:rPr altLang="en-IN" lang="en-US"/>
              <a:t>i</a:t>
            </a:r>
            <a:r>
              <a:rPr altLang="en-IN" lang="en-US"/>
              <a:t>o</a:t>
            </a:r>
            <a:r>
              <a:rPr altLang="en-IN" lang="en-US"/>
              <a:t>n</a:t>
            </a:r>
            <a:r>
              <a:rPr altLang="en-IN" lang="en-US"/>
              <a:t>s</a:t>
            </a:r>
            <a:r>
              <a:rPr altLang="en-IN" lang="en-US"/>
              <a:t> </a:t>
            </a:r>
            <a:r>
              <a:rPr altLang="en-IN" lang="en-US"/>
              <a:t>a</a:t>
            </a:r>
            <a:r>
              <a:rPr altLang="en-IN" lang="en-US"/>
              <a:t>r</a:t>
            </a:r>
            <a:r>
              <a:rPr altLang="en-IN" lang="en-US"/>
              <a:t>e</a:t>
            </a:r>
            <a:r>
              <a:rPr altLang="en-IN" lang="en-US"/>
              <a:t> </a:t>
            </a:r>
            <a:r>
              <a:rPr altLang="en-IN" lang="en-US"/>
              <a:t>f</a:t>
            </a:r>
            <a:r>
              <a:rPr altLang="en-IN" lang="en-US"/>
              <a:t>o</a:t>
            </a:r>
            <a:r>
              <a:rPr altLang="en-IN" lang="en-US"/>
              <a:t>r</a:t>
            </a:r>
            <a:r>
              <a:rPr altLang="en-IN" lang="en-US"/>
              <a:t>m</a:t>
            </a:r>
            <a:r>
              <a:rPr altLang="en-IN" lang="en-US"/>
              <a:t>u</a:t>
            </a:r>
            <a:r>
              <a:rPr altLang="en-IN" lang="en-US"/>
              <a:t>l</a:t>
            </a:r>
            <a:r>
              <a:rPr altLang="en-IN" lang="en-US"/>
              <a:t>a</a:t>
            </a:r>
            <a:r>
              <a:rPr altLang="en-IN" lang="en-US"/>
              <a:t>t</a:t>
            </a:r>
            <a:r>
              <a:rPr altLang="en-IN" lang="en-US"/>
              <a:t>e</a:t>
            </a:r>
            <a:r>
              <a:rPr altLang="en-IN" lang="en-US"/>
              <a:t>d</a:t>
            </a:r>
            <a:r>
              <a:rPr altLang="en-IN" lang="en-US"/>
              <a:t> </a:t>
            </a:r>
            <a:r>
              <a:rPr altLang="en-IN" lang="en-US"/>
              <a:t>b</a:t>
            </a:r>
            <a:r>
              <a:rPr altLang="en-IN" lang="en-US"/>
              <a:t>a</a:t>
            </a:r>
            <a:r>
              <a:rPr altLang="en-IN" lang="en-US"/>
              <a:t>s</a:t>
            </a:r>
            <a:r>
              <a:rPr altLang="en-IN" lang="en-US"/>
              <a:t>e</a:t>
            </a:r>
            <a:r>
              <a:rPr altLang="en-IN" lang="en-US"/>
              <a:t>d</a:t>
            </a:r>
            <a:r>
              <a:rPr altLang="en-IN" lang="en-US"/>
              <a:t> </a:t>
            </a:r>
            <a:r>
              <a:rPr altLang="en-IN" lang="en-US"/>
              <a:t>o</a:t>
            </a:r>
            <a:r>
              <a:rPr altLang="en-IN" lang="en-US"/>
              <a:t>n</a:t>
            </a:r>
            <a:r>
              <a:rPr altLang="en-IN" lang="en-US"/>
              <a:t> </a:t>
            </a:r>
            <a:r>
              <a:rPr altLang="en-IN" lang="en-US"/>
              <a:t>a</a:t>
            </a:r>
            <a:r>
              <a:rPr altLang="en-IN" lang="en-US"/>
              <a:t> </a:t>
            </a:r>
            <a:r>
              <a:rPr altLang="en-IN" lang="en-US"/>
              <a:t>m</a:t>
            </a:r>
            <a:r>
              <a:rPr altLang="en-IN" lang="en-US"/>
              <a:t>e</a:t>
            </a:r>
            <a:r>
              <a:rPr altLang="en-IN" lang="en-US"/>
              <a:t>d</a:t>
            </a:r>
            <a:r>
              <a:rPr altLang="en-IN" lang="en-US"/>
              <a:t>i</a:t>
            </a:r>
            <a:r>
              <a:rPr altLang="en-IN" lang="en-US"/>
              <a:t>c</a:t>
            </a:r>
            <a:r>
              <a:rPr altLang="en-IN" lang="en-US"/>
              <a:t>a</a:t>
            </a:r>
            <a:r>
              <a:rPr altLang="en-IN" lang="en-US"/>
              <a:t>l</a:t>
            </a:r>
            <a:r>
              <a:rPr altLang="en-IN" lang="en-US"/>
              <a:t> </a:t>
            </a:r>
            <a:r>
              <a:rPr altLang="en-IN" lang="en-US"/>
              <a:t>k</a:t>
            </a:r>
            <a:r>
              <a:rPr altLang="en-IN" lang="en-US"/>
              <a:t>n</a:t>
            </a:r>
            <a:r>
              <a:rPr altLang="en-IN" lang="en-US"/>
              <a:t>o</a:t>
            </a:r>
            <a:r>
              <a:rPr altLang="en-IN" lang="en-US"/>
              <a:t>w</a:t>
            </a:r>
            <a:r>
              <a:rPr altLang="en-IN" lang="en-US"/>
              <a:t>l</a:t>
            </a:r>
            <a:r>
              <a:rPr altLang="en-IN" lang="en-US"/>
              <a:t>e</a:t>
            </a:r>
            <a:r>
              <a:rPr altLang="en-IN" lang="en-US"/>
              <a:t>d</a:t>
            </a:r>
            <a:r>
              <a:rPr altLang="en-IN" lang="en-US"/>
              <a:t>g</a:t>
            </a:r>
            <a:r>
              <a:rPr altLang="en-IN" lang="en-US"/>
              <a:t>e</a:t>
            </a:r>
            <a:r>
              <a:rPr altLang="en-IN" lang="en-US"/>
              <a:t> </a:t>
            </a:r>
            <a:r>
              <a:rPr altLang="en-IN" lang="en-US"/>
              <a:t>b</a:t>
            </a:r>
            <a:r>
              <a:rPr altLang="en-IN" lang="en-US"/>
              <a:t>a</a:t>
            </a:r>
            <a:r>
              <a:rPr altLang="en-IN" lang="en-US"/>
              <a:t>s</a:t>
            </a:r>
            <a:r>
              <a:rPr altLang="en-IN" lang="en-US"/>
              <a:t>e</a:t>
            </a:r>
            <a:r>
              <a:rPr altLang="en-IN" lang="en-US"/>
              <a:t>.</a:t>
            </a:r>
            <a:endParaRPr altLang="en-US" lang="zh-CN"/>
          </a:p>
          <a:p>
            <a:pPr indent="0" marL="0">
              <a:buNone/>
            </a:pPr>
            <a:endParaRPr altLang="en-US" 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pic>
        <p:nvPicPr>
          <p:cNvPr id="2097156" name=""/>
          <p:cNvPicPr>
            <a:picLocks/>
          </p:cNvPicPr>
          <p:nvPr/>
        </p:nvPicPr>
        <p:blipFill>
          <a:blip xmlns:r="http://schemas.openxmlformats.org/officeDocument/2006/relationships" r:embed="rId1"/>
          <a:stretch>
            <a:fillRect/>
          </a:stretch>
        </p:blipFill>
        <p:spPr>
          <a:xfrm rot="0">
            <a:off x="952678" y="715597"/>
            <a:ext cx="7496659" cy="5787325"/>
          </a:xfrm>
          <a:prstGeom prst="rec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10" name=""/>
          <p:cNvSpPr>
            <a:spLocks noGrp="1"/>
          </p:cNvSpPr>
          <p:nvPr>
            <p:ph idx="1"/>
          </p:nvPr>
        </p:nvSpPr>
        <p:spPr/>
        <p:txBody>
          <a:bodyPr/>
          <a:p>
            <a:pPr indent="0" marL="0">
              <a:buNone/>
            </a:pPr>
            <a:r>
              <a:rPr altLang="en-IN" lang="en-US">
                <a:solidFill>
                  <a:srgbClr val="800000"/>
                </a:solidFill>
              </a:rPr>
              <a:t>F</a:t>
            </a:r>
            <a:r>
              <a:rPr altLang="en-IN" lang="en-US">
                <a:solidFill>
                  <a:srgbClr val="800000"/>
                </a:solidFill>
              </a:rPr>
              <a:t>o</a:t>
            </a:r>
            <a:r>
              <a:rPr altLang="en-IN" lang="en-US">
                <a:solidFill>
                  <a:srgbClr val="800000"/>
                </a:solidFill>
              </a:rPr>
              <a:t>r</a:t>
            </a:r>
            <a:r>
              <a:rPr altLang="en-IN" lang="en-US">
                <a:solidFill>
                  <a:srgbClr val="800000"/>
                </a:solidFill>
              </a:rPr>
              <a:t>e</a:t>
            </a:r>
            <a:r>
              <a:rPr altLang="en-IN" lang="en-US">
                <a:solidFill>
                  <a:srgbClr val="800000"/>
                </a:solidFill>
              </a:rPr>
              <a:t>n</a:t>
            </a:r>
            <a:r>
              <a:rPr altLang="en-IN" lang="en-US">
                <a:solidFill>
                  <a:srgbClr val="800000"/>
                </a:solidFill>
              </a:rPr>
              <a:t>s</a:t>
            </a:r>
            <a:r>
              <a:rPr altLang="en-IN" lang="en-US">
                <a:solidFill>
                  <a:srgbClr val="800000"/>
                </a:solidFill>
              </a:rPr>
              <a:t>i</a:t>
            </a:r>
            <a:r>
              <a:rPr altLang="en-IN" lang="en-US">
                <a:solidFill>
                  <a:srgbClr val="800000"/>
                </a:solidFill>
              </a:rPr>
              <a:t>c</a:t>
            </a:r>
            <a:r>
              <a:rPr altLang="en-IN" lang="en-US">
                <a:solidFill>
                  <a:srgbClr val="800000"/>
                </a:solidFill>
              </a:rPr>
              <a:t> </a:t>
            </a:r>
            <a:r>
              <a:rPr altLang="en-IN" lang="en-US">
                <a:solidFill>
                  <a:srgbClr val="800000"/>
                </a:solidFill>
              </a:rPr>
              <a:t>N</a:t>
            </a:r>
            <a:r>
              <a:rPr altLang="en-IN" lang="en-US">
                <a:solidFill>
                  <a:srgbClr val="800000"/>
                </a:solidFill>
              </a:rPr>
              <a:t>u</a:t>
            </a:r>
            <a:r>
              <a:rPr altLang="en-IN" lang="en-US">
                <a:solidFill>
                  <a:srgbClr val="800000"/>
                </a:solidFill>
              </a:rPr>
              <a:t>r</a:t>
            </a:r>
            <a:r>
              <a:rPr altLang="en-IN" lang="en-US">
                <a:solidFill>
                  <a:srgbClr val="800000"/>
                </a:solidFill>
              </a:rPr>
              <a:t>s</a:t>
            </a:r>
            <a:r>
              <a:rPr altLang="en-IN" lang="en-US">
                <a:solidFill>
                  <a:srgbClr val="800000"/>
                </a:solidFill>
              </a:rPr>
              <a:t>e</a:t>
            </a:r>
            <a:r>
              <a:rPr altLang="en-IN" lang="en-US">
                <a:solidFill>
                  <a:srgbClr val="800000"/>
                </a:solidFill>
              </a:rPr>
              <a:t> </a:t>
            </a:r>
            <a:r>
              <a:rPr altLang="en-IN" lang="en-US">
                <a:solidFill>
                  <a:srgbClr val="800000"/>
                </a:solidFill>
              </a:rPr>
              <a:t>E</a:t>
            </a:r>
            <a:r>
              <a:rPr altLang="en-IN" lang="en-US">
                <a:solidFill>
                  <a:srgbClr val="800000"/>
                </a:solidFill>
              </a:rPr>
              <a:t>x</a:t>
            </a:r>
            <a:r>
              <a:rPr altLang="en-IN" lang="en-US">
                <a:solidFill>
                  <a:srgbClr val="800000"/>
                </a:solidFill>
              </a:rPr>
              <a:t>a</a:t>
            </a:r>
            <a:r>
              <a:rPr altLang="en-IN" lang="en-US">
                <a:solidFill>
                  <a:srgbClr val="800000"/>
                </a:solidFill>
              </a:rPr>
              <a:t>m</a:t>
            </a:r>
            <a:r>
              <a:rPr altLang="en-IN" lang="en-US">
                <a:solidFill>
                  <a:srgbClr val="800000"/>
                </a:solidFill>
              </a:rPr>
              <a:t>i</a:t>
            </a:r>
            <a:r>
              <a:rPr altLang="en-IN" lang="en-US">
                <a:solidFill>
                  <a:srgbClr val="800000"/>
                </a:solidFill>
              </a:rPr>
              <a:t>n</a:t>
            </a:r>
            <a:r>
              <a:rPr altLang="en-IN" lang="en-US">
                <a:solidFill>
                  <a:srgbClr val="800000"/>
                </a:solidFill>
              </a:rPr>
              <a:t>e</a:t>
            </a:r>
            <a:r>
              <a:rPr altLang="en-IN" lang="en-US">
                <a:solidFill>
                  <a:srgbClr val="800000"/>
                </a:solidFill>
              </a:rPr>
              <a:t>r</a:t>
            </a:r>
            <a:r>
              <a:rPr altLang="en-IN" lang="en-US">
                <a:solidFill>
                  <a:srgbClr val="800000"/>
                </a:solidFill>
              </a:rPr>
              <a:t> </a:t>
            </a:r>
            <a:endParaRPr lang="en-IN"/>
          </a:p>
          <a:p>
            <a:pPr indent="0" marL="0">
              <a:buNone/>
            </a:pPr>
            <a:r>
              <a:rPr altLang="en-IN" lang="en-US"/>
              <a:t>F</a:t>
            </a:r>
            <a:r>
              <a:rPr altLang="en-IN" lang="en-US"/>
              <a:t>o</a:t>
            </a:r>
            <a:r>
              <a:rPr altLang="en-IN" lang="en-US"/>
              <a:t>r</a:t>
            </a:r>
            <a:r>
              <a:rPr altLang="en-IN" lang="en-US"/>
              <a:t>e</a:t>
            </a:r>
            <a:r>
              <a:rPr altLang="en-IN" lang="en-US"/>
              <a:t>n</a:t>
            </a:r>
            <a:r>
              <a:rPr altLang="en-IN" lang="en-US"/>
              <a:t>s</a:t>
            </a:r>
            <a:r>
              <a:rPr altLang="en-IN" lang="en-US"/>
              <a:t>i</a:t>
            </a:r>
            <a:r>
              <a:rPr altLang="en-IN" lang="en-US"/>
              <a:t>c</a:t>
            </a:r>
            <a:r>
              <a:rPr altLang="en-IN" lang="en-US"/>
              <a:t> </a:t>
            </a:r>
            <a:r>
              <a:rPr altLang="en-IN" lang="en-US"/>
              <a:t>n</a:t>
            </a:r>
            <a:r>
              <a:rPr altLang="en-IN" lang="en-US"/>
              <a:t>u</a:t>
            </a:r>
            <a:r>
              <a:rPr altLang="en-IN" lang="en-US"/>
              <a:t>r</a:t>
            </a:r>
            <a:r>
              <a:rPr altLang="en-IN" lang="en-US"/>
              <a:t>s</a:t>
            </a:r>
            <a:r>
              <a:rPr altLang="en-IN" lang="en-US"/>
              <a:t>e</a:t>
            </a:r>
            <a:r>
              <a:rPr altLang="en-IN" lang="en-US"/>
              <a:t> </a:t>
            </a:r>
            <a:r>
              <a:rPr altLang="en-IN" lang="en-US"/>
              <a:t>e</a:t>
            </a:r>
            <a:r>
              <a:rPr altLang="en-IN" lang="en-US"/>
              <a:t>x</a:t>
            </a:r>
            <a:r>
              <a:rPr altLang="en-IN" lang="en-US"/>
              <a:t>a</a:t>
            </a:r>
            <a:r>
              <a:rPr altLang="en-IN" lang="en-US"/>
              <a:t>m</a:t>
            </a:r>
            <a:r>
              <a:rPr altLang="en-IN" lang="en-US"/>
              <a:t>i</a:t>
            </a:r>
            <a:r>
              <a:rPr altLang="en-IN" lang="en-US"/>
              <a:t>n</a:t>
            </a:r>
            <a:r>
              <a:rPr altLang="en-IN" lang="en-US"/>
              <a:t>e</a:t>
            </a:r>
            <a:r>
              <a:rPr altLang="en-IN" lang="en-US"/>
              <a:t>r</a:t>
            </a:r>
            <a:r>
              <a:rPr altLang="en-IN" lang="en-US"/>
              <a:t> </a:t>
            </a:r>
            <a:r>
              <a:rPr altLang="en-IN" lang="en-US"/>
              <a:t>s</a:t>
            </a:r>
            <a:r>
              <a:rPr altLang="en-IN" lang="en-US"/>
              <a:t>h</a:t>
            </a:r>
            <a:r>
              <a:rPr altLang="en-IN" lang="en-US"/>
              <a:t>o</a:t>
            </a:r>
            <a:r>
              <a:rPr altLang="en-IN" lang="en-US"/>
              <a:t>u</a:t>
            </a:r>
            <a:r>
              <a:rPr altLang="en-IN" lang="en-US"/>
              <a:t>l</a:t>
            </a:r>
            <a:r>
              <a:rPr altLang="en-IN" lang="en-US"/>
              <a:t>d</a:t>
            </a:r>
            <a:r>
              <a:rPr altLang="en-IN" lang="en-US"/>
              <a:t> </a:t>
            </a:r>
            <a:r>
              <a:rPr altLang="en-IN" lang="en-US"/>
              <a:t>h</a:t>
            </a:r>
            <a:r>
              <a:rPr altLang="en-IN" lang="en-US"/>
              <a:t>a</a:t>
            </a:r>
            <a:r>
              <a:rPr altLang="en-IN" lang="en-US"/>
              <a:t>v</a:t>
            </a:r>
            <a:r>
              <a:rPr altLang="en-IN" lang="en-US"/>
              <a:t>e</a:t>
            </a:r>
            <a:r>
              <a:rPr altLang="en-IN" lang="en-US"/>
              <a:t> </a:t>
            </a:r>
            <a:r>
              <a:rPr altLang="en-IN" lang="en-US"/>
              <a:t>k</a:t>
            </a:r>
            <a:r>
              <a:rPr altLang="en-IN" lang="en-US"/>
              <a:t>n</a:t>
            </a:r>
            <a:r>
              <a:rPr altLang="en-IN" lang="en-US"/>
              <a:t>o</a:t>
            </a:r>
            <a:r>
              <a:rPr altLang="en-IN" lang="en-US"/>
              <a:t>w</a:t>
            </a:r>
            <a:r>
              <a:rPr altLang="en-IN" lang="en-US"/>
              <a:t>l</a:t>
            </a:r>
            <a:r>
              <a:rPr altLang="en-IN" lang="en-US"/>
              <a:t>e</a:t>
            </a:r>
            <a:r>
              <a:rPr altLang="en-IN" lang="en-US"/>
              <a:t>d</a:t>
            </a:r>
            <a:r>
              <a:rPr altLang="en-IN" lang="en-US"/>
              <a:t>g</a:t>
            </a:r>
            <a:r>
              <a:rPr altLang="en-IN" lang="en-US"/>
              <a:t>e</a:t>
            </a:r>
            <a:r>
              <a:rPr altLang="en-IN" lang="en-US"/>
              <a:t> </a:t>
            </a:r>
            <a:r>
              <a:rPr altLang="en-IN" lang="en-US"/>
              <a:t>i</a:t>
            </a:r>
            <a:r>
              <a:rPr altLang="en-IN" lang="en-US"/>
              <a:t>n</a:t>
            </a:r>
            <a:r>
              <a:rPr altLang="en-IN" lang="en-US"/>
              <a:t> </a:t>
            </a:r>
            <a:r>
              <a:rPr altLang="en-IN" lang="en-US"/>
              <a:t>both</a:t>
            </a:r>
            <a:r>
              <a:rPr altLang="en-IN" lang="en-US"/>
              <a:t> </a:t>
            </a:r>
            <a:r>
              <a:rPr altLang="en-IN" lang="en-US"/>
              <a:t>medicine</a:t>
            </a:r>
            <a:r>
              <a:rPr altLang="en-IN" lang="en-US"/>
              <a:t> </a:t>
            </a:r>
            <a:r>
              <a:rPr altLang="en-IN" lang="en-US"/>
              <a:t>a</a:t>
            </a:r>
            <a:r>
              <a:rPr altLang="en-IN" lang="en-US"/>
              <a:t>n</a:t>
            </a:r>
            <a:r>
              <a:rPr altLang="en-IN" lang="en-US"/>
              <a:t>d</a:t>
            </a:r>
            <a:r>
              <a:rPr altLang="en-IN" lang="en-US"/>
              <a:t> </a:t>
            </a:r>
            <a:r>
              <a:rPr altLang="en-IN" lang="en-US"/>
              <a:t>l</a:t>
            </a:r>
            <a:r>
              <a:rPr altLang="en-IN" lang="en-US"/>
              <a:t>a</a:t>
            </a:r>
            <a:r>
              <a:rPr altLang="en-IN" lang="en-US"/>
              <a:t>w</a:t>
            </a:r>
            <a:r>
              <a:rPr altLang="en-IN" lang="en-US"/>
              <a:t>.</a:t>
            </a:r>
            <a:endParaRPr lang="en-IN"/>
          </a:p>
          <a:p>
            <a:pPr indent="0" marL="0">
              <a:buNone/>
            </a:pPr>
            <a:r>
              <a:rPr altLang="en-IN" lang="en-US"/>
              <a:t>T</a:t>
            </a:r>
            <a:r>
              <a:rPr altLang="en-IN" lang="en-US"/>
              <a:t>h</a:t>
            </a:r>
            <a:r>
              <a:rPr altLang="en-IN" lang="en-US"/>
              <a:t>e</a:t>
            </a:r>
            <a:r>
              <a:rPr altLang="en-IN" lang="en-US"/>
              <a:t>y</a:t>
            </a:r>
            <a:r>
              <a:rPr altLang="en-IN" lang="en-US"/>
              <a:t> </a:t>
            </a:r>
            <a:r>
              <a:rPr altLang="en-IN" lang="en-US"/>
              <a:t>a</a:t>
            </a:r>
            <a:r>
              <a:rPr altLang="en-IN" lang="en-US"/>
              <a:t>r</a:t>
            </a:r>
            <a:r>
              <a:rPr altLang="en-IN" lang="en-US"/>
              <a:t>e</a:t>
            </a:r>
            <a:r>
              <a:rPr altLang="en-IN" lang="en-US"/>
              <a:t> </a:t>
            </a:r>
            <a:r>
              <a:rPr altLang="en-IN" lang="en-US"/>
              <a:t>s</a:t>
            </a:r>
            <a:r>
              <a:rPr altLang="en-IN" lang="en-US"/>
              <a:t>p</a:t>
            </a:r>
            <a:r>
              <a:rPr altLang="en-IN" lang="en-US"/>
              <a:t>e</a:t>
            </a:r>
            <a:r>
              <a:rPr altLang="en-IN" lang="en-US"/>
              <a:t>c</a:t>
            </a:r>
            <a:r>
              <a:rPr altLang="en-IN" lang="en-US"/>
              <a:t>i</a:t>
            </a:r>
            <a:r>
              <a:rPr altLang="en-IN" lang="en-US"/>
              <a:t>a</a:t>
            </a:r>
            <a:r>
              <a:rPr altLang="en-IN" lang="en-US"/>
              <a:t>l</a:t>
            </a:r>
            <a:r>
              <a:rPr altLang="en-IN" lang="en-US"/>
              <a:t>l</a:t>
            </a:r>
            <a:r>
              <a:rPr altLang="en-IN" lang="en-US"/>
              <a:t>y</a:t>
            </a:r>
            <a:r>
              <a:rPr altLang="en-IN" lang="en-US"/>
              <a:t> </a:t>
            </a:r>
            <a:r>
              <a:rPr altLang="en-IN" lang="en-US"/>
              <a:t>t</a:t>
            </a:r>
            <a:r>
              <a:rPr altLang="en-IN" lang="en-US"/>
              <a:t>r</a:t>
            </a:r>
            <a:r>
              <a:rPr altLang="en-IN" lang="en-US"/>
              <a:t>a</a:t>
            </a:r>
            <a:r>
              <a:rPr altLang="en-IN" lang="en-US"/>
              <a:t>i</a:t>
            </a:r>
            <a:r>
              <a:rPr altLang="en-IN" lang="en-US"/>
              <a:t>n</a:t>
            </a:r>
            <a:r>
              <a:rPr altLang="en-IN" lang="en-US"/>
              <a:t>e</a:t>
            </a:r>
            <a:r>
              <a:rPr altLang="en-IN" lang="en-US"/>
              <a:t>d</a:t>
            </a:r>
            <a:r>
              <a:rPr altLang="en-IN" lang="en-US"/>
              <a:t> </a:t>
            </a:r>
            <a:r>
              <a:rPr altLang="en-IN" lang="en-US"/>
              <a:t>t</a:t>
            </a:r>
            <a:r>
              <a:rPr altLang="en-IN" lang="en-US"/>
              <a:t>o</a:t>
            </a:r>
            <a:r>
              <a:rPr altLang="en-IN" lang="en-US"/>
              <a:t> </a:t>
            </a:r>
            <a:r>
              <a:rPr altLang="en-IN" lang="en-US"/>
              <a:t>p</a:t>
            </a:r>
            <a:r>
              <a:rPr altLang="en-IN" lang="en-US"/>
              <a:t>r</a:t>
            </a:r>
            <a:r>
              <a:rPr altLang="en-IN" lang="en-US"/>
              <a:t>o</a:t>
            </a:r>
            <a:r>
              <a:rPr altLang="en-IN" lang="en-US"/>
              <a:t>v</a:t>
            </a:r>
            <a:r>
              <a:rPr altLang="en-IN" lang="en-US"/>
              <a:t>i</a:t>
            </a:r>
            <a:r>
              <a:rPr altLang="en-IN" lang="en-US"/>
              <a:t>d</a:t>
            </a:r>
            <a:r>
              <a:rPr altLang="en-IN" lang="en-US"/>
              <a:t>e</a:t>
            </a:r>
            <a:r>
              <a:rPr altLang="en-IN" lang="en-US"/>
              <a:t> </a:t>
            </a:r>
            <a:r>
              <a:rPr altLang="en-IN" lang="en-US"/>
              <a:t>h</a:t>
            </a:r>
            <a:r>
              <a:rPr altLang="en-IN" lang="en-US"/>
              <a:t>o</a:t>
            </a:r>
            <a:r>
              <a:rPr altLang="en-IN" lang="en-US"/>
              <a:t>l</a:t>
            </a:r>
            <a:r>
              <a:rPr altLang="en-IN" lang="en-US"/>
              <a:t>i</a:t>
            </a:r>
            <a:r>
              <a:rPr altLang="en-IN" lang="en-US"/>
              <a:t>s</a:t>
            </a:r>
            <a:r>
              <a:rPr altLang="en-IN" lang="en-US"/>
              <a:t>t</a:t>
            </a:r>
            <a:r>
              <a:rPr altLang="en-IN" lang="en-US"/>
              <a:t>i</a:t>
            </a:r>
            <a:r>
              <a:rPr altLang="en-IN" lang="en-US"/>
              <a:t>c</a:t>
            </a:r>
            <a:r>
              <a:rPr altLang="en-IN" lang="en-US"/>
              <a:t> </a:t>
            </a:r>
            <a:r>
              <a:rPr altLang="en-IN" lang="en-US"/>
              <a:t>a</a:t>
            </a:r>
            <a:r>
              <a:rPr altLang="en-IN" lang="en-US"/>
              <a:t>n</a:t>
            </a:r>
            <a:r>
              <a:rPr altLang="en-IN" lang="en-US"/>
              <a:t>d</a:t>
            </a:r>
            <a:r>
              <a:rPr altLang="en-IN" lang="en-US"/>
              <a:t> </a:t>
            </a:r>
            <a:r>
              <a:rPr altLang="en-IN" lang="en-US"/>
              <a:t>c</a:t>
            </a:r>
            <a:r>
              <a:rPr altLang="en-IN" lang="en-US"/>
              <a:t>o</a:t>
            </a:r>
            <a:r>
              <a:rPr altLang="en-IN" lang="en-US"/>
              <a:t>m</a:t>
            </a:r>
            <a:r>
              <a:rPr altLang="en-IN" lang="en-US"/>
              <a:t>p</a:t>
            </a:r>
            <a:r>
              <a:rPr altLang="en-IN" lang="en-US"/>
              <a:t>r</a:t>
            </a:r>
            <a:r>
              <a:rPr altLang="en-IN" lang="en-US"/>
              <a:t>e</a:t>
            </a:r>
            <a:r>
              <a:rPr altLang="en-IN" lang="en-US"/>
              <a:t>h</a:t>
            </a:r>
            <a:r>
              <a:rPr altLang="en-IN" lang="en-US"/>
              <a:t>e</a:t>
            </a:r>
            <a:r>
              <a:rPr altLang="en-IN" lang="en-US"/>
              <a:t>n</a:t>
            </a:r>
            <a:r>
              <a:rPr altLang="en-IN" lang="en-US"/>
              <a:t>s</a:t>
            </a:r>
            <a:r>
              <a:rPr altLang="en-IN" lang="en-US"/>
              <a:t>i</a:t>
            </a:r>
            <a:r>
              <a:rPr altLang="en-IN" lang="en-US"/>
              <a:t>v</a:t>
            </a:r>
            <a:r>
              <a:rPr altLang="en-IN" lang="en-US"/>
              <a:t>e</a:t>
            </a:r>
            <a:r>
              <a:rPr altLang="en-IN" lang="en-US"/>
              <a:t> </a:t>
            </a:r>
            <a:r>
              <a:rPr altLang="en-IN" lang="en-US"/>
              <a:t>c</a:t>
            </a:r>
            <a:r>
              <a:rPr altLang="en-IN" lang="en-US"/>
              <a:t>a</a:t>
            </a:r>
            <a:r>
              <a:rPr altLang="en-IN" lang="en-US"/>
              <a:t>r</a:t>
            </a:r>
            <a:r>
              <a:rPr altLang="en-IN" lang="en-US"/>
              <a:t>e</a:t>
            </a:r>
            <a:r>
              <a:rPr altLang="en-IN" lang="en-US"/>
              <a:t> </a:t>
            </a:r>
            <a:r>
              <a:rPr altLang="en-IN" lang="en-US"/>
              <a:t>t</a:t>
            </a:r>
            <a:r>
              <a:rPr altLang="en-IN" lang="en-US"/>
              <a:t>o</a:t>
            </a:r>
            <a:r>
              <a:rPr altLang="en-IN" lang="en-US"/>
              <a:t> </a:t>
            </a:r>
            <a:r>
              <a:rPr altLang="en-IN" lang="en-US"/>
              <a:t>v</a:t>
            </a:r>
            <a:r>
              <a:rPr altLang="en-IN" lang="en-US"/>
              <a:t>i</a:t>
            </a:r>
            <a:r>
              <a:rPr altLang="en-IN" lang="en-US"/>
              <a:t>c</a:t>
            </a:r>
            <a:r>
              <a:rPr altLang="en-IN" lang="en-US"/>
              <a:t>t</a:t>
            </a:r>
            <a:r>
              <a:rPr altLang="en-IN" lang="en-US"/>
              <a:t>i</a:t>
            </a:r>
            <a:r>
              <a:rPr altLang="en-IN" lang="en-US"/>
              <a:t>m</a:t>
            </a:r>
            <a:r>
              <a:rPr altLang="en-IN" lang="en-US"/>
              <a:t>s</a:t>
            </a:r>
            <a:r>
              <a:rPr altLang="en-IN" lang="en-US"/>
              <a:t> </a:t>
            </a:r>
            <a:r>
              <a:rPr altLang="en-IN" lang="en-US"/>
              <a:t>a</a:t>
            </a:r>
            <a:r>
              <a:rPr altLang="en-IN" lang="en-US"/>
              <a:t>n</a:t>
            </a:r>
            <a:r>
              <a:rPr altLang="en-IN" lang="en-US"/>
              <a:t>d</a:t>
            </a:r>
            <a:r>
              <a:rPr altLang="en-IN" lang="en-US"/>
              <a:t> </a:t>
            </a:r>
            <a:r>
              <a:rPr altLang="en-IN" lang="en-US"/>
              <a:t>o</a:t>
            </a:r>
            <a:r>
              <a:rPr altLang="en-IN" lang="en-US"/>
              <a:t>f</a:t>
            </a:r>
            <a:r>
              <a:rPr altLang="en-IN" lang="en-US"/>
              <a:t>f</a:t>
            </a:r>
            <a:r>
              <a:rPr altLang="en-IN" lang="en-US"/>
              <a:t>e</a:t>
            </a:r>
            <a:r>
              <a:rPr altLang="en-IN" lang="en-US"/>
              <a:t>n</a:t>
            </a:r>
            <a:r>
              <a:rPr altLang="en-IN" lang="en-US"/>
              <a:t>d</a:t>
            </a:r>
            <a:r>
              <a:rPr altLang="en-IN" lang="en-US"/>
              <a:t>e</a:t>
            </a:r>
            <a:r>
              <a:rPr altLang="en-IN" lang="en-US"/>
              <a:t>r</a:t>
            </a:r>
            <a:r>
              <a:rPr altLang="en-IN" lang="en-US"/>
              <a:t>s</a:t>
            </a:r>
            <a:r>
              <a:rPr altLang="en-IN" lang="en-US"/>
              <a:t>.</a:t>
            </a: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11" name=""/>
          <p:cNvSpPr>
            <a:spLocks noGrp="1"/>
          </p:cNvSpPr>
          <p:nvPr>
            <p:ph idx="1"/>
          </p:nvPr>
        </p:nvSpPr>
        <p:spPr/>
        <p:txBody>
          <a:bodyPr>
            <a:normAutofit fontScale="92857" lnSpcReduction="20000"/>
          </a:bodyPr>
          <a:p>
            <a:pPr indent="0" marL="0">
              <a:buNone/>
            </a:pPr>
            <a:r>
              <a:rPr altLang="en-IN" lang="en-US">
                <a:solidFill>
                  <a:srgbClr val="800000"/>
                </a:solidFill>
              </a:rPr>
              <a:t>F</a:t>
            </a:r>
            <a:r>
              <a:rPr altLang="en-IN" lang="en-US">
                <a:solidFill>
                  <a:srgbClr val="800000"/>
                </a:solidFill>
              </a:rPr>
              <a:t>o</a:t>
            </a:r>
            <a:r>
              <a:rPr altLang="en-IN" lang="en-US">
                <a:solidFill>
                  <a:srgbClr val="800000"/>
                </a:solidFill>
              </a:rPr>
              <a:t>r</a:t>
            </a:r>
            <a:r>
              <a:rPr altLang="en-IN" lang="en-US">
                <a:solidFill>
                  <a:srgbClr val="800000"/>
                </a:solidFill>
              </a:rPr>
              <a:t>e</a:t>
            </a:r>
            <a:r>
              <a:rPr altLang="en-IN" lang="en-US">
                <a:solidFill>
                  <a:srgbClr val="800000"/>
                </a:solidFill>
              </a:rPr>
              <a:t>n</a:t>
            </a:r>
            <a:r>
              <a:rPr altLang="en-IN" lang="en-US">
                <a:solidFill>
                  <a:srgbClr val="800000"/>
                </a:solidFill>
              </a:rPr>
              <a:t>s</a:t>
            </a:r>
            <a:r>
              <a:rPr altLang="en-IN" lang="en-US">
                <a:solidFill>
                  <a:srgbClr val="800000"/>
                </a:solidFill>
              </a:rPr>
              <a:t>i</a:t>
            </a:r>
            <a:r>
              <a:rPr altLang="en-IN" lang="en-US">
                <a:solidFill>
                  <a:srgbClr val="800000"/>
                </a:solidFill>
              </a:rPr>
              <a:t>c</a:t>
            </a:r>
            <a:r>
              <a:rPr altLang="en-IN" lang="en-US">
                <a:solidFill>
                  <a:srgbClr val="800000"/>
                </a:solidFill>
              </a:rPr>
              <a:t> </a:t>
            </a:r>
            <a:r>
              <a:rPr altLang="en-IN" lang="en-US">
                <a:solidFill>
                  <a:srgbClr val="800000"/>
                </a:solidFill>
              </a:rPr>
              <a:t>P</a:t>
            </a:r>
            <a:r>
              <a:rPr altLang="en-IN" lang="en-US">
                <a:solidFill>
                  <a:srgbClr val="800000"/>
                </a:solidFill>
              </a:rPr>
              <a:t>s</a:t>
            </a:r>
            <a:r>
              <a:rPr altLang="en-IN" lang="en-US">
                <a:solidFill>
                  <a:srgbClr val="800000"/>
                </a:solidFill>
              </a:rPr>
              <a:t>y</a:t>
            </a:r>
            <a:r>
              <a:rPr altLang="en-IN" lang="en-US">
                <a:solidFill>
                  <a:srgbClr val="800000"/>
                </a:solidFill>
              </a:rPr>
              <a:t>c</a:t>
            </a:r>
            <a:r>
              <a:rPr altLang="en-IN" lang="en-US">
                <a:solidFill>
                  <a:srgbClr val="800000"/>
                </a:solidFill>
              </a:rPr>
              <a:t>h</a:t>
            </a:r>
            <a:r>
              <a:rPr altLang="en-IN" lang="en-US">
                <a:solidFill>
                  <a:srgbClr val="800000"/>
                </a:solidFill>
              </a:rPr>
              <a:t>i</a:t>
            </a:r>
            <a:r>
              <a:rPr altLang="en-IN" lang="en-US">
                <a:solidFill>
                  <a:srgbClr val="800000"/>
                </a:solidFill>
              </a:rPr>
              <a:t>a</a:t>
            </a:r>
            <a:r>
              <a:rPr altLang="en-IN" lang="en-US">
                <a:solidFill>
                  <a:srgbClr val="800000"/>
                </a:solidFill>
              </a:rPr>
              <a:t>t</a:t>
            </a:r>
            <a:r>
              <a:rPr altLang="en-IN" lang="en-US">
                <a:solidFill>
                  <a:srgbClr val="800000"/>
                </a:solidFill>
              </a:rPr>
              <a:t>r</a:t>
            </a:r>
            <a:r>
              <a:rPr altLang="en-IN" lang="en-US">
                <a:solidFill>
                  <a:srgbClr val="800000"/>
                </a:solidFill>
              </a:rPr>
              <a:t>i</a:t>
            </a:r>
            <a:r>
              <a:rPr altLang="en-IN" lang="en-US">
                <a:solidFill>
                  <a:srgbClr val="800000"/>
                </a:solidFill>
              </a:rPr>
              <a:t>c</a:t>
            </a:r>
            <a:r>
              <a:rPr altLang="en-IN" lang="en-US">
                <a:solidFill>
                  <a:srgbClr val="800000"/>
                </a:solidFill>
              </a:rPr>
              <a:t> </a:t>
            </a:r>
            <a:r>
              <a:rPr altLang="en-IN" lang="en-US">
                <a:solidFill>
                  <a:srgbClr val="800000"/>
                </a:solidFill>
              </a:rPr>
              <a:t>N</a:t>
            </a:r>
            <a:r>
              <a:rPr altLang="en-IN" lang="en-US">
                <a:solidFill>
                  <a:srgbClr val="800000"/>
                </a:solidFill>
              </a:rPr>
              <a:t>u</a:t>
            </a:r>
            <a:r>
              <a:rPr altLang="en-IN" lang="en-US">
                <a:solidFill>
                  <a:srgbClr val="800000"/>
                </a:solidFill>
              </a:rPr>
              <a:t>r</a:t>
            </a:r>
            <a:r>
              <a:rPr altLang="en-IN" lang="en-US">
                <a:solidFill>
                  <a:srgbClr val="800000"/>
                </a:solidFill>
              </a:rPr>
              <a:t>s</a:t>
            </a:r>
            <a:r>
              <a:rPr altLang="en-IN" lang="en-US">
                <a:solidFill>
                  <a:srgbClr val="800000"/>
                </a:solidFill>
              </a:rPr>
              <a:t>e</a:t>
            </a:r>
            <a:r>
              <a:rPr altLang="en-IN" lang="en-US">
                <a:solidFill>
                  <a:srgbClr val="800000"/>
                </a:solidFill>
              </a:rPr>
              <a:t>s</a:t>
            </a:r>
            <a:r>
              <a:rPr altLang="en-IN" lang="en-US">
                <a:solidFill>
                  <a:srgbClr val="800000"/>
                </a:solidFill>
              </a:rPr>
              <a:t>.</a:t>
            </a:r>
            <a:r>
              <a:rPr altLang="en-IN" lang="en-US">
                <a:solidFill>
                  <a:srgbClr val="800000"/>
                </a:solidFill>
              </a:rPr>
              <a:t> </a:t>
            </a:r>
            <a:r>
              <a:rPr altLang="en-IN" lang="en-US">
                <a:solidFill>
                  <a:srgbClr val="800000"/>
                </a:solidFill>
              </a:rPr>
              <a:t>(</a:t>
            </a:r>
            <a:r>
              <a:rPr altLang="en-IN" lang="en-US">
                <a:solidFill>
                  <a:srgbClr val="800000"/>
                </a:solidFill>
              </a:rPr>
              <a:t>F</a:t>
            </a:r>
            <a:r>
              <a:rPr altLang="en-IN" lang="en-US">
                <a:solidFill>
                  <a:srgbClr val="800000"/>
                </a:solidFill>
              </a:rPr>
              <a:t>P</a:t>
            </a:r>
            <a:r>
              <a:rPr altLang="en-IN" lang="en-US">
                <a:solidFill>
                  <a:srgbClr val="800000"/>
                </a:solidFill>
              </a:rPr>
              <a:t>N</a:t>
            </a:r>
            <a:r>
              <a:rPr altLang="en-IN" lang="en-US">
                <a:solidFill>
                  <a:srgbClr val="800000"/>
                </a:solidFill>
              </a:rPr>
              <a:t>)</a:t>
            </a:r>
            <a:endParaRPr lang="en-IN"/>
          </a:p>
          <a:p>
            <a:pPr indent="0" marL="0">
              <a:buNone/>
            </a:pPr>
            <a:r>
              <a:rPr altLang="en-IN" lang="en-US">
                <a:solidFill>
                  <a:srgbClr val="000000"/>
                </a:solidFill>
              </a:rPr>
              <a:t> </a:t>
            </a:r>
            <a:r>
              <a:rPr altLang="en-IN" lang="en-US">
                <a:solidFill>
                  <a:srgbClr val="000000"/>
                </a:solidFill>
              </a:rPr>
              <a:t>E</a:t>
            </a:r>
            <a:r>
              <a:rPr altLang="en-IN" lang="en-US">
                <a:solidFill>
                  <a:srgbClr val="000000"/>
                </a:solidFill>
              </a:rPr>
              <a:t>v</a:t>
            </a:r>
            <a:r>
              <a:rPr altLang="en-IN" lang="en-US">
                <a:solidFill>
                  <a:srgbClr val="000000"/>
                </a:solidFill>
              </a:rPr>
              <a:t>a</a:t>
            </a:r>
            <a:r>
              <a:rPr altLang="en-IN" lang="en-US">
                <a:solidFill>
                  <a:srgbClr val="000000"/>
                </a:solidFill>
              </a:rPr>
              <a:t>l</a:t>
            </a:r>
            <a:r>
              <a:rPr altLang="en-IN" lang="en-US">
                <a:solidFill>
                  <a:srgbClr val="000000"/>
                </a:solidFill>
              </a:rPr>
              <a:t>u</a:t>
            </a:r>
            <a:r>
              <a:rPr altLang="en-IN" lang="en-US">
                <a:solidFill>
                  <a:srgbClr val="000000"/>
                </a:solidFill>
              </a:rPr>
              <a:t>a</a:t>
            </a:r>
            <a:r>
              <a:rPr altLang="en-IN" lang="en-US">
                <a:solidFill>
                  <a:srgbClr val="000000"/>
                </a:solidFill>
              </a:rPr>
              <a:t>t</a:t>
            </a:r>
            <a:r>
              <a:rPr altLang="en-IN" lang="en-US">
                <a:solidFill>
                  <a:srgbClr val="000000"/>
                </a:solidFill>
              </a:rPr>
              <a:t>i</a:t>
            </a:r>
            <a:r>
              <a:rPr altLang="en-IN" lang="en-US">
                <a:solidFill>
                  <a:srgbClr val="000000"/>
                </a:solidFill>
              </a:rPr>
              <a:t>n</a:t>
            </a:r>
            <a:r>
              <a:rPr altLang="en-IN" lang="en-US">
                <a:solidFill>
                  <a:srgbClr val="000000"/>
                </a:solidFill>
              </a:rPr>
              <a:t>g</a:t>
            </a:r>
            <a:r>
              <a:rPr altLang="en-IN" lang="en-US">
                <a:solidFill>
                  <a:srgbClr val="000000"/>
                </a:solidFill>
              </a:rPr>
              <a:t> </a:t>
            </a:r>
            <a:r>
              <a:rPr altLang="en-IN" lang="en-US">
                <a:solidFill>
                  <a:srgbClr val="000000"/>
                </a:solidFill>
              </a:rPr>
              <a:t>i</a:t>
            </a:r>
            <a:r>
              <a:rPr altLang="en-IN" lang="en-US">
                <a:solidFill>
                  <a:srgbClr val="000000"/>
                </a:solidFill>
              </a:rPr>
              <a:t>n</a:t>
            </a:r>
            <a:r>
              <a:rPr altLang="en-IN" lang="en-US">
                <a:solidFill>
                  <a:srgbClr val="000000"/>
                </a:solidFill>
              </a:rPr>
              <a:t>d</a:t>
            </a:r>
            <a:r>
              <a:rPr altLang="en-IN" lang="en-US">
                <a:solidFill>
                  <a:srgbClr val="000000"/>
                </a:solidFill>
              </a:rPr>
              <a:t>i</a:t>
            </a:r>
            <a:r>
              <a:rPr altLang="en-IN" lang="en-US">
                <a:solidFill>
                  <a:srgbClr val="000000"/>
                </a:solidFill>
              </a:rPr>
              <a:t>v</a:t>
            </a:r>
            <a:r>
              <a:rPr altLang="en-IN" lang="en-US">
                <a:solidFill>
                  <a:srgbClr val="000000"/>
                </a:solidFill>
              </a:rPr>
              <a:t>i</a:t>
            </a:r>
            <a:r>
              <a:rPr altLang="en-IN" lang="en-US">
                <a:solidFill>
                  <a:srgbClr val="000000"/>
                </a:solidFill>
              </a:rPr>
              <a:t>d</a:t>
            </a:r>
            <a:r>
              <a:rPr altLang="en-IN" lang="en-US">
                <a:solidFill>
                  <a:srgbClr val="000000"/>
                </a:solidFill>
              </a:rPr>
              <a:t>u</a:t>
            </a:r>
            <a:r>
              <a:rPr altLang="en-IN" lang="en-US">
                <a:solidFill>
                  <a:srgbClr val="000000"/>
                </a:solidFill>
              </a:rPr>
              <a:t>a</a:t>
            </a:r>
            <a:r>
              <a:rPr altLang="en-IN" lang="en-US">
                <a:solidFill>
                  <a:srgbClr val="000000"/>
                </a:solidFill>
              </a:rPr>
              <a:t>l</a:t>
            </a:r>
            <a:r>
              <a:rPr altLang="en-IN" lang="en-US">
                <a:solidFill>
                  <a:srgbClr val="000000"/>
                </a:solidFill>
              </a:rPr>
              <a:t>s</a:t>
            </a:r>
            <a:r>
              <a:rPr altLang="en-IN" lang="en-US">
                <a:solidFill>
                  <a:srgbClr val="000000"/>
                </a:solidFill>
              </a:rPr>
              <a:t> </a:t>
            </a:r>
            <a:r>
              <a:rPr altLang="en-IN" lang="en-US">
                <a:solidFill>
                  <a:srgbClr val="000000"/>
                </a:solidFill>
              </a:rPr>
              <a:t>w</a:t>
            </a:r>
            <a:r>
              <a:rPr altLang="en-IN" lang="en-US">
                <a:solidFill>
                  <a:srgbClr val="000000"/>
                </a:solidFill>
              </a:rPr>
              <a:t>h</a:t>
            </a:r>
            <a:r>
              <a:rPr altLang="en-IN" lang="en-US">
                <a:solidFill>
                  <a:srgbClr val="000000"/>
                </a:solidFill>
              </a:rPr>
              <a:t>o</a:t>
            </a:r>
            <a:r>
              <a:rPr altLang="en-IN" lang="en-US">
                <a:solidFill>
                  <a:srgbClr val="000000"/>
                </a:solidFill>
              </a:rPr>
              <a:t> </a:t>
            </a:r>
            <a:r>
              <a:rPr altLang="en-IN" lang="en-US">
                <a:solidFill>
                  <a:srgbClr val="000000"/>
                </a:solidFill>
              </a:rPr>
              <a:t>r</a:t>
            </a:r>
            <a:r>
              <a:rPr altLang="en-IN" lang="en-US">
                <a:solidFill>
                  <a:srgbClr val="000000"/>
                </a:solidFill>
              </a:rPr>
              <a:t>e</a:t>
            </a:r>
            <a:r>
              <a:rPr altLang="en-IN" lang="en-US">
                <a:solidFill>
                  <a:srgbClr val="000000"/>
                </a:solidFill>
              </a:rPr>
              <a:t>q</a:t>
            </a:r>
            <a:r>
              <a:rPr altLang="en-IN" lang="en-US">
                <a:solidFill>
                  <a:srgbClr val="000000"/>
                </a:solidFill>
              </a:rPr>
              <a:t>u</a:t>
            </a:r>
            <a:r>
              <a:rPr altLang="en-IN" lang="en-US">
                <a:solidFill>
                  <a:srgbClr val="000000"/>
                </a:solidFill>
              </a:rPr>
              <a:t>i</a:t>
            </a:r>
            <a:r>
              <a:rPr altLang="en-IN" lang="en-US">
                <a:solidFill>
                  <a:srgbClr val="000000"/>
                </a:solidFill>
              </a:rPr>
              <a:t>r</a:t>
            </a:r>
            <a:r>
              <a:rPr altLang="en-IN" lang="en-US">
                <a:solidFill>
                  <a:srgbClr val="000000"/>
                </a:solidFill>
              </a:rPr>
              <a:t>e</a:t>
            </a:r>
            <a:r>
              <a:rPr altLang="en-IN" lang="en-US">
                <a:solidFill>
                  <a:srgbClr val="000000"/>
                </a:solidFill>
              </a:rPr>
              <a:t>s</a:t>
            </a:r>
            <a:r>
              <a:rPr altLang="en-IN" lang="en-US">
                <a:solidFill>
                  <a:srgbClr val="000000"/>
                </a:solidFill>
              </a:rPr>
              <a:t> </a:t>
            </a:r>
            <a:r>
              <a:rPr altLang="en-IN" lang="en-US">
                <a:solidFill>
                  <a:srgbClr val="000000"/>
                </a:solidFill>
              </a:rPr>
              <a:t>c</a:t>
            </a:r>
            <a:r>
              <a:rPr altLang="en-IN" lang="en-US">
                <a:solidFill>
                  <a:srgbClr val="000000"/>
                </a:solidFill>
              </a:rPr>
              <a:t>o</a:t>
            </a:r>
            <a:r>
              <a:rPr altLang="en-IN" lang="en-US">
                <a:solidFill>
                  <a:srgbClr val="000000"/>
                </a:solidFill>
              </a:rPr>
              <a:t>u</a:t>
            </a:r>
            <a:r>
              <a:rPr altLang="en-IN" lang="en-US">
                <a:solidFill>
                  <a:srgbClr val="000000"/>
                </a:solidFill>
              </a:rPr>
              <a:t>r</a:t>
            </a:r>
            <a:r>
              <a:rPr altLang="en-IN" lang="en-US">
                <a:solidFill>
                  <a:srgbClr val="000000"/>
                </a:solidFill>
              </a:rPr>
              <a:t>t</a:t>
            </a:r>
            <a:r>
              <a:rPr altLang="en-IN" lang="en-US">
                <a:solidFill>
                  <a:srgbClr val="000000"/>
                </a:solidFill>
              </a:rPr>
              <a:t>-</a:t>
            </a:r>
            <a:r>
              <a:rPr altLang="en-IN" lang="en-US">
                <a:solidFill>
                  <a:srgbClr val="000000"/>
                </a:solidFill>
              </a:rPr>
              <a:t> </a:t>
            </a:r>
            <a:r>
              <a:rPr altLang="en-IN" lang="en-US">
                <a:solidFill>
                  <a:srgbClr val="000000"/>
                </a:solidFill>
              </a:rPr>
              <a:t>o</a:t>
            </a:r>
            <a:r>
              <a:rPr altLang="en-IN" lang="en-US">
                <a:solidFill>
                  <a:srgbClr val="000000"/>
                </a:solidFill>
              </a:rPr>
              <a:t>r</a:t>
            </a:r>
            <a:r>
              <a:rPr altLang="en-IN" lang="en-US">
                <a:solidFill>
                  <a:srgbClr val="000000"/>
                </a:solidFill>
              </a:rPr>
              <a:t>d</a:t>
            </a:r>
            <a:r>
              <a:rPr altLang="en-IN" lang="en-US">
                <a:solidFill>
                  <a:srgbClr val="000000"/>
                </a:solidFill>
              </a:rPr>
              <a:t>e</a:t>
            </a:r>
            <a:r>
              <a:rPr altLang="en-IN" lang="en-US">
                <a:solidFill>
                  <a:srgbClr val="000000"/>
                </a:solidFill>
              </a:rPr>
              <a:t>r</a:t>
            </a:r>
            <a:r>
              <a:rPr altLang="en-IN" lang="en-US">
                <a:solidFill>
                  <a:srgbClr val="000000"/>
                </a:solidFill>
              </a:rPr>
              <a:t>e</a:t>
            </a:r>
            <a:r>
              <a:rPr altLang="en-IN" lang="en-US">
                <a:solidFill>
                  <a:srgbClr val="000000"/>
                </a:solidFill>
              </a:rPr>
              <a:t>d</a:t>
            </a:r>
            <a:r>
              <a:rPr altLang="en-IN" lang="en-US">
                <a:solidFill>
                  <a:srgbClr val="000000"/>
                </a:solidFill>
              </a:rPr>
              <a:t> </a:t>
            </a:r>
            <a:r>
              <a:rPr altLang="en-IN" lang="en-US">
                <a:solidFill>
                  <a:srgbClr val="000000"/>
                </a:solidFill>
              </a:rPr>
              <a:t>Psychiatric</a:t>
            </a:r>
            <a:r>
              <a:rPr altLang="en-IN" lang="en-US">
                <a:solidFill>
                  <a:srgbClr val="000000"/>
                </a:solidFill>
              </a:rPr>
              <a:t> </a:t>
            </a:r>
            <a:r>
              <a:rPr altLang="en-IN" lang="en-US">
                <a:solidFill>
                  <a:srgbClr val="000000"/>
                </a:solidFill>
              </a:rPr>
              <a:t>evaluation</a:t>
            </a:r>
            <a:endParaRPr lang="en-IN"/>
          </a:p>
          <a:p>
            <a:pPr indent="0" marL="0">
              <a:buNone/>
            </a:pPr>
            <a:r>
              <a:rPr altLang="en-IN" lang="en-US">
                <a:solidFill>
                  <a:srgbClr val="000000"/>
                </a:solidFill>
              </a:rPr>
              <a:t>T</a:t>
            </a:r>
            <a:r>
              <a:rPr altLang="en-IN" lang="en-US">
                <a:solidFill>
                  <a:srgbClr val="000000"/>
                </a:solidFill>
              </a:rPr>
              <a:t>r</a:t>
            </a:r>
            <a:r>
              <a:rPr altLang="en-IN" lang="en-US">
                <a:solidFill>
                  <a:srgbClr val="000000"/>
                </a:solidFill>
              </a:rPr>
              <a:t>e</a:t>
            </a:r>
            <a:r>
              <a:rPr altLang="en-IN" lang="en-US">
                <a:solidFill>
                  <a:srgbClr val="000000"/>
                </a:solidFill>
              </a:rPr>
              <a:t>a</a:t>
            </a:r>
            <a:r>
              <a:rPr altLang="en-IN" lang="en-US">
                <a:solidFill>
                  <a:srgbClr val="000000"/>
                </a:solidFill>
              </a:rPr>
              <a:t>t</a:t>
            </a:r>
            <a:r>
              <a:rPr altLang="en-IN" lang="en-US">
                <a:solidFill>
                  <a:srgbClr val="000000"/>
                </a:solidFill>
              </a:rPr>
              <a:t>i</a:t>
            </a:r>
            <a:r>
              <a:rPr altLang="en-IN" lang="en-US">
                <a:solidFill>
                  <a:srgbClr val="000000"/>
                </a:solidFill>
              </a:rPr>
              <a:t>n</a:t>
            </a:r>
            <a:r>
              <a:rPr altLang="en-IN" lang="en-US">
                <a:solidFill>
                  <a:srgbClr val="000000"/>
                </a:solidFill>
              </a:rPr>
              <a:t>g</a:t>
            </a:r>
            <a:r>
              <a:rPr altLang="en-IN" lang="en-US">
                <a:solidFill>
                  <a:srgbClr val="000000"/>
                </a:solidFill>
              </a:rPr>
              <a:t> </a:t>
            </a:r>
            <a:r>
              <a:rPr altLang="en-IN" lang="en-US">
                <a:solidFill>
                  <a:srgbClr val="000000"/>
                </a:solidFill>
              </a:rPr>
              <a:t>c</a:t>
            </a:r>
            <a:r>
              <a:rPr altLang="en-IN" lang="en-US">
                <a:solidFill>
                  <a:srgbClr val="000000"/>
                </a:solidFill>
              </a:rPr>
              <a:t>r</a:t>
            </a:r>
            <a:r>
              <a:rPr altLang="en-IN" lang="en-US">
                <a:solidFill>
                  <a:srgbClr val="000000"/>
                </a:solidFill>
              </a:rPr>
              <a:t>i</a:t>
            </a:r>
            <a:r>
              <a:rPr altLang="en-IN" lang="en-US">
                <a:solidFill>
                  <a:srgbClr val="000000"/>
                </a:solidFill>
              </a:rPr>
              <a:t>m</a:t>
            </a:r>
            <a:r>
              <a:rPr altLang="en-IN" lang="en-US">
                <a:solidFill>
                  <a:srgbClr val="000000"/>
                </a:solidFill>
              </a:rPr>
              <a:t>i</a:t>
            </a:r>
            <a:r>
              <a:rPr altLang="en-IN" lang="en-US">
                <a:solidFill>
                  <a:srgbClr val="000000"/>
                </a:solidFill>
              </a:rPr>
              <a:t>n</a:t>
            </a:r>
            <a:r>
              <a:rPr altLang="en-IN" lang="en-US">
                <a:solidFill>
                  <a:srgbClr val="000000"/>
                </a:solidFill>
              </a:rPr>
              <a:t>a</a:t>
            </a:r>
            <a:r>
              <a:rPr altLang="en-IN" lang="en-US">
                <a:solidFill>
                  <a:srgbClr val="000000"/>
                </a:solidFill>
              </a:rPr>
              <a:t>l</a:t>
            </a:r>
            <a:r>
              <a:rPr altLang="en-IN" lang="en-US">
                <a:solidFill>
                  <a:srgbClr val="000000"/>
                </a:solidFill>
              </a:rPr>
              <a:t> </a:t>
            </a:r>
            <a:r>
              <a:rPr altLang="en-IN" lang="en-US">
                <a:solidFill>
                  <a:srgbClr val="000000"/>
                </a:solidFill>
              </a:rPr>
              <a:t>o</a:t>
            </a:r>
            <a:r>
              <a:rPr altLang="en-IN" lang="en-US">
                <a:solidFill>
                  <a:srgbClr val="000000"/>
                </a:solidFill>
              </a:rPr>
              <a:t>f</a:t>
            </a:r>
            <a:r>
              <a:rPr altLang="en-IN" lang="en-US">
                <a:solidFill>
                  <a:srgbClr val="000000"/>
                </a:solidFill>
              </a:rPr>
              <a:t>f</a:t>
            </a:r>
            <a:r>
              <a:rPr altLang="en-IN" lang="en-US">
                <a:solidFill>
                  <a:srgbClr val="000000"/>
                </a:solidFill>
              </a:rPr>
              <a:t>e</a:t>
            </a:r>
            <a:r>
              <a:rPr altLang="en-IN" lang="en-US">
                <a:solidFill>
                  <a:srgbClr val="000000"/>
                </a:solidFill>
              </a:rPr>
              <a:t>n</a:t>
            </a:r>
            <a:r>
              <a:rPr altLang="en-IN" lang="en-US">
                <a:solidFill>
                  <a:srgbClr val="000000"/>
                </a:solidFill>
              </a:rPr>
              <a:t>d</a:t>
            </a:r>
            <a:r>
              <a:rPr altLang="en-IN" lang="en-US">
                <a:solidFill>
                  <a:srgbClr val="000000"/>
                </a:solidFill>
              </a:rPr>
              <a:t>e</a:t>
            </a:r>
            <a:r>
              <a:rPr altLang="en-IN" lang="en-US">
                <a:solidFill>
                  <a:srgbClr val="000000"/>
                </a:solidFill>
              </a:rPr>
              <a:t>r</a:t>
            </a:r>
            <a:r>
              <a:rPr altLang="en-IN" lang="en-US">
                <a:solidFill>
                  <a:srgbClr val="000000"/>
                </a:solidFill>
              </a:rPr>
              <a:t>s</a:t>
            </a:r>
            <a:r>
              <a:rPr altLang="en-IN" lang="en-US">
                <a:solidFill>
                  <a:srgbClr val="000000"/>
                </a:solidFill>
              </a:rPr>
              <a:t> </a:t>
            </a:r>
            <a:endParaRPr lang="en-IN"/>
          </a:p>
          <a:p>
            <a:pPr indent="0" marL="0">
              <a:buNone/>
            </a:pPr>
            <a:r>
              <a:rPr altLang="en-IN" lang="en-US">
                <a:solidFill>
                  <a:srgbClr val="000000"/>
                </a:solidFill>
              </a:rPr>
              <a:t>A</a:t>
            </a:r>
            <a:r>
              <a:rPr altLang="en-IN" lang="en-US">
                <a:solidFill>
                  <a:srgbClr val="000000"/>
                </a:solidFill>
              </a:rPr>
              <a:t>d</a:t>
            </a:r>
            <a:r>
              <a:rPr altLang="en-IN" lang="en-US">
                <a:solidFill>
                  <a:srgbClr val="000000"/>
                </a:solidFill>
              </a:rPr>
              <a:t>v</a:t>
            </a:r>
            <a:r>
              <a:rPr altLang="en-IN" lang="en-US">
                <a:solidFill>
                  <a:srgbClr val="000000"/>
                </a:solidFill>
              </a:rPr>
              <a:t>o</a:t>
            </a:r>
            <a:r>
              <a:rPr altLang="en-IN" lang="en-US">
                <a:solidFill>
                  <a:srgbClr val="000000"/>
                </a:solidFill>
              </a:rPr>
              <a:t>c</a:t>
            </a:r>
            <a:r>
              <a:rPr altLang="en-IN" lang="en-US">
                <a:solidFill>
                  <a:srgbClr val="000000"/>
                </a:solidFill>
              </a:rPr>
              <a:t>a</a:t>
            </a:r>
            <a:r>
              <a:rPr altLang="en-IN" lang="en-US">
                <a:solidFill>
                  <a:srgbClr val="000000"/>
                </a:solidFill>
              </a:rPr>
              <a:t>c</a:t>
            </a:r>
            <a:r>
              <a:rPr altLang="en-IN" lang="en-US">
                <a:solidFill>
                  <a:srgbClr val="000000"/>
                </a:solidFill>
              </a:rPr>
              <a:t>y</a:t>
            </a:r>
            <a:r>
              <a:rPr altLang="en-IN" lang="en-US">
                <a:solidFill>
                  <a:srgbClr val="000000"/>
                </a:solidFill>
              </a:rPr>
              <a:t> </a:t>
            </a:r>
            <a:r>
              <a:rPr altLang="en-IN" lang="en-US">
                <a:solidFill>
                  <a:srgbClr val="000000"/>
                </a:solidFill>
              </a:rPr>
              <a:t>f</a:t>
            </a:r>
            <a:r>
              <a:rPr altLang="en-IN" lang="en-US">
                <a:solidFill>
                  <a:srgbClr val="000000"/>
                </a:solidFill>
              </a:rPr>
              <a:t>o</a:t>
            </a:r>
            <a:r>
              <a:rPr altLang="en-IN" lang="en-US">
                <a:solidFill>
                  <a:srgbClr val="000000"/>
                </a:solidFill>
              </a:rPr>
              <a:t>r</a:t>
            </a:r>
            <a:r>
              <a:rPr altLang="en-IN" lang="en-US">
                <a:solidFill>
                  <a:srgbClr val="000000"/>
                </a:solidFill>
              </a:rPr>
              <a:t> </a:t>
            </a:r>
            <a:r>
              <a:rPr altLang="en-IN" lang="en-US">
                <a:solidFill>
                  <a:srgbClr val="000000"/>
                </a:solidFill>
              </a:rPr>
              <a:t>a</a:t>
            </a:r>
            <a:r>
              <a:rPr altLang="en-IN" lang="en-US">
                <a:solidFill>
                  <a:srgbClr val="000000"/>
                </a:solidFill>
              </a:rPr>
              <a:t>c</a:t>
            </a:r>
            <a:r>
              <a:rPr altLang="en-IN" lang="en-US">
                <a:solidFill>
                  <a:srgbClr val="000000"/>
                </a:solidFill>
              </a:rPr>
              <a:t>c</a:t>
            </a:r>
            <a:r>
              <a:rPr altLang="en-IN" lang="en-US">
                <a:solidFill>
                  <a:srgbClr val="000000"/>
                </a:solidFill>
              </a:rPr>
              <a:t>e</a:t>
            </a:r>
            <a:r>
              <a:rPr altLang="en-IN" lang="en-US">
                <a:solidFill>
                  <a:srgbClr val="000000"/>
                </a:solidFill>
              </a:rPr>
              <a:t>s</a:t>
            </a:r>
            <a:r>
              <a:rPr altLang="en-IN" lang="en-US">
                <a:solidFill>
                  <a:srgbClr val="000000"/>
                </a:solidFill>
              </a:rPr>
              <a:t>s</a:t>
            </a:r>
            <a:r>
              <a:rPr altLang="en-IN" lang="en-US">
                <a:solidFill>
                  <a:srgbClr val="000000"/>
                </a:solidFill>
              </a:rPr>
              <a:t>e</a:t>
            </a:r>
            <a:r>
              <a:rPr altLang="en-IN" lang="en-US">
                <a:solidFill>
                  <a:srgbClr val="000000"/>
                </a:solidFill>
              </a:rPr>
              <a:t>d</a:t>
            </a:r>
            <a:r>
              <a:rPr altLang="en-IN" lang="en-US">
                <a:solidFill>
                  <a:srgbClr val="000000"/>
                </a:solidFill>
              </a:rPr>
              <a:t> </a:t>
            </a:r>
            <a:r>
              <a:rPr altLang="en-IN" lang="en-US">
                <a:solidFill>
                  <a:srgbClr val="000000"/>
                </a:solidFill>
              </a:rPr>
              <a:t>t</a:t>
            </a:r>
            <a:r>
              <a:rPr altLang="en-IN" lang="en-US">
                <a:solidFill>
                  <a:srgbClr val="000000"/>
                </a:solidFill>
              </a:rPr>
              <a:t>o</a:t>
            </a:r>
            <a:r>
              <a:rPr altLang="en-IN" lang="en-US">
                <a:solidFill>
                  <a:srgbClr val="000000"/>
                </a:solidFill>
              </a:rPr>
              <a:t> </a:t>
            </a:r>
            <a:r>
              <a:rPr altLang="en-IN" lang="en-US">
                <a:solidFill>
                  <a:srgbClr val="000000"/>
                </a:solidFill>
              </a:rPr>
              <a:t>p</a:t>
            </a:r>
            <a:r>
              <a:rPr altLang="en-IN" lang="en-US">
                <a:solidFill>
                  <a:srgbClr val="000000"/>
                </a:solidFill>
              </a:rPr>
              <a:t>s</a:t>
            </a:r>
            <a:r>
              <a:rPr altLang="en-IN" lang="en-US">
                <a:solidFill>
                  <a:srgbClr val="000000"/>
                </a:solidFill>
              </a:rPr>
              <a:t>y</a:t>
            </a:r>
            <a:r>
              <a:rPr altLang="en-IN" lang="en-US">
                <a:solidFill>
                  <a:srgbClr val="000000"/>
                </a:solidFill>
              </a:rPr>
              <a:t>c</a:t>
            </a:r>
            <a:r>
              <a:rPr altLang="en-IN" lang="en-US">
                <a:solidFill>
                  <a:srgbClr val="000000"/>
                </a:solidFill>
              </a:rPr>
              <a:t>h</a:t>
            </a:r>
            <a:r>
              <a:rPr altLang="en-IN" lang="en-US">
                <a:solidFill>
                  <a:srgbClr val="000000"/>
                </a:solidFill>
              </a:rPr>
              <a:t>i</a:t>
            </a:r>
            <a:r>
              <a:rPr altLang="en-IN" lang="en-US">
                <a:solidFill>
                  <a:srgbClr val="000000"/>
                </a:solidFill>
              </a:rPr>
              <a:t>a</a:t>
            </a:r>
            <a:r>
              <a:rPr altLang="en-IN" lang="en-US">
                <a:solidFill>
                  <a:srgbClr val="000000"/>
                </a:solidFill>
              </a:rPr>
              <a:t>t</a:t>
            </a:r>
            <a:r>
              <a:rPr altLang="en-IN" lang="en-US">
                <a:solidFill>
                  <a:srgbClr val="000000"/>
                </a:solidFill>
              </a:rPr>
              <a:t>r</a:t>
            </a:r>
            <a:r>
              <a:rPr altLang="en-IN" lang="en-US">
                <a:solidFill>
                  <a:srgbClr val="000000"/>
                </a:solidFill>
              </a:rPr>
              <a:t>i</a:t>
            </a:r>
            <a:r>
              <a:rPr altLang="en-IN" lang="en-US">
                <a:solidFill>
                  <a:srgbClr val="000000"/>
                </a:solidFill>
              </a:rPr>
              <a:t>c</a:t>
            </a:r>
            <a:r>
              <a:rPr altLang="en-IN" lang="en-US">
                <a:solidFill>
                  <a:srgbClr val="000000"/>
                </a:solidFill>
              </a:rPr>
              <a:t> </a:t>
            </a:r>
            <a:r>
              <a:rPr altLang="en-IN" lang="en-US">
                <a:solidFill>
                  <a:srgbClr val="000000"/>
                </a:solidFill>
              </a:rPr>
              <a:t>m</a:t>
            </a:r>
            <a:r>
              <a:rPr altLang="en-IN" lang="en-US">
                <a:solidFill>
                  <a:srgbClr val="000000"/>
                </a:solidFill>
              </a:rPr>
              <a:t>e</a:t>
            </a:r>
            <a:r>
              <a:rPr altLang="en-IN" lang="en-US">
                <a:solidFill>
                  <a:srgbClr val="000000"/>
                </a:solidFill>
              </a:rPr>
              <a:t>n</a:t>
            </a:r>
            <a:r>
              <a:rPr altLang="en-IN" lang="en-US">
                <a:solidFill>
                  <a:srgbClr val="000000"/>
                </a:solidFill>
              </a:rPr>
              <a:t>t</a:t>
            </a:r>
            <a:r>
              <a:rPr altLang="en-IN" lang="en-US">
                <a:solidFill>
                  <a:srgbClr val="000000"/>
                </a:solidFill>
              </a:rPr>
              <a:t>a</a:t>
            </a:r>
            <a:r>
              <a:rPr altLang="en-IN" lang="en-US">
                <a:solidFill>
                  <a:srgbClr val="000000"/>
                </a:solidFill>
              </a:rPr>
              <a:t>l</a:t>
            </a:r>
            <a:r>
              <a:rPr altLang="en-IN" lang="en-US">
                <a:solidFill>
                  <a:srgbClr val="000000"/>
                </a:solidFill>
              </a:rPr>
              <a:t> </a:t>
            </a:r>
            <a:r>
              <a:rPr altLang="en-IN" lang="en-US">
                <a:solidFill>
                  <a:srgbClr val="000000"/>
                </a:solidFill>
              </a:rPr>
              <a:t>h</a:t>
            </a:r>
            <a:r>
              <a:rPr altLang="en-IN" lang="en-US">
                <a:solidFill>
                  <a:srgbClr val="000000"/>
                </a:solidFill>
              </a:rPr>
              <a:t>e</a:t>
            </a:r>
            <a:r>
              <a:rPr altLang="en-IN" lang="en-US">
                <a:solidFill>
                  <a:srgbClr val="000000"/>
                </a:solidFill>
              </a:rPr>
              <a:t>a</a:t>
            </a:r>
            <a:r>
              <a:rPr altLang="en-IN" lang="en-US">
                <a:solidFill>
                  <a:srgbClr val="000000"/>
                </a:solidFill>
              </a:rPr>
              <a:t>l</a:t>
            </a:r>
            <a:r>
              <a:rPr altLang="en-IN" lang="en-US">
                <a:solidFill>
                  <a:srgbClr val="000000"/>
                </a:solidFill>
              </a:rPr>
              <a:t>t</a:t>
            </a:r>
            <a:r>
              <a:rPr altLang="en-IN" lang="en-US">
                <a:solidFill>
                  <a:srgbClr val="000000"/>
                </a:solidFill>
              </a:rPr>
              <a:t>h</a:t>
            </a:r>
            <a:r>
              <a:rPr altLang="en-IN" lang="en-US">
                <a:solidFill>
                  <a:srgbClr val="000000"/>
                </a:solidFill>
              </a:rPr>
              <a:t> </a:t>
            </a:r>
            <a:r>
              <a:rPr altLang="en-IN" lang="en-US">
                <a:solidFill>
                  <a:srgbClr val="000000"/>
                </a:solidFill>
              </a:rPr>
              <a:t>s</a:t>
            </a:r>
            <a:r>
              <a:rPr altLang="en-IN" lang="en-US">
                <a:solidFill>
                  <a:srgbClr val="000000"/>
                </a:solidFill>
              </a:rPr>
              <a:t>e</a:t>
            </a:r>
            <a:r>
              <a:rPr altLang="en-IN" lang="en-US">
                <a:solidFill>
                  <a:srgbClr val="000000"/>
                </a:solidFill>
              </a:rPr>
              <a:t>r</a:t>
            </a:r>
            <a:r>
              <a:rPr altLang="en-IN" lang="en-US">
                <a:solidFill>
                  <a:srgbClr val="000000"/>
                </a:solidFill>
              </a:rPr>
              <a:t>v</a:t>
            </a:r>
            <a:r>
              <a:rPr altLang="en-IN" lang="en-US">
                <a:solidFill>
                  <a:srgbClr val="000000"/>
                </a:solidFill>
              </a:rPr>
              <a:t>i</a:t>
            </a:r>
            <a:r>
              <a:rPr altLang="en-IN" lang="en-US">
                <a:solidFill>
                  <a:srgbClr val="000000"/>
                </a:solidFill>
              </a:rPr>
              <a:t>c</a:t>
            </a:r>
            <a:r>
              <a:rPr altLang="en-IN" lang="en-US">
                <a:solidFill>
                  <a:srgbClr val="000000"/>
                </a:solidFill>
              </a:rPr>
              <a:t>e</a:t>
            </a:r>
            <a:r>
              <a:rPr altLang="en-IN" lang="en-US">
                <a:solidFill>
                  <a:srgbClr val="000000"/>
                </a:solidFill>
              </a:rPr>
              <a:t>s</a:t>
            </a:r>
            <a:r>
              <a:rPr altLang="en-IN" lang="en-US">
                <a:solidFill>
                  <a:srgbClr val="000000"/>
                </a:solidFill>
              </a:rPr>
              <a:t> </a:t>
            </a:r>
            <a:endParaRPr lang="en-IN"/>
          </a:p>
          <a:p>
            <a:pPr indent="0" marL="0">
              <a:buNone/>
            </a:pPr>
            <a:r>
              <a:rPr altLang="en-IN" lang="en-US">
                <a:solidFill>
                  <a:srgbClr val="000000"/>
                </a:solidFill>
              </a:rPr>
              <a:t>P</a:t>
            </a:r>
            <a:r>
              <a:rPr altLang="en-IN" lang="en-US">
                <a:solidFill>
                  <a:srgbClr val="000000"/>
                </a:solidFill>
              </a:rPr>
              <a:t>r</a:t>
            </a:r>
            <a:r>
              <a:rPr altLang="en-IN" lang="en-US">
                <a:solidFill>
                  <a:srgbClr val="000000"/>
                </a:solidFill>
              </a:rPr>
              <a:t>o</a:t>
            </a:r>
            <a:r>
              <a:rPr altLang="en-IN" lang="en-US">
                <a:solidFill>
                  <a:srgbClr val="000000"/>
                </a:solidFill>
              </a:rPr>
              <a:t>m</a:t>
            </a:r>
            <a:r>
              <a:rPr altLang="en-IN" lang="en-US">
                <a:solidFill>
                  <a:srgbClr val="000000"/>
                </a:solidFill>
              </a:rPr>
              <a:t>o</a:t>
            </a:r>
            <a:r>
              <a:rPr altLang="en-IN" lang="en-US">
                <a:solidFill>
                  <a:srgbClr val="000000"/>
                </a:solidFill>
              </a:rPr>
              <a:t>t</a:t>
            </a:r>
            <a:r>
              <a:rPr altLang="en-IN" lang="en-US">
                <a:solidFill>
                  <a:srgbClr val="000000"/>
                </a:solidFill>
              </a:rPr>
              <a:t>i</a:t>
            </a:r>
            <a:r>
              <a:rPr altLang="en-IN" lang="en-US">
                <a:solidFill>
                  <a:srgbClr val="000000"/>
                </a:solidFill>
              </a:rPr>
              <a:t>o</a:t>
            </a:r>
            <a:r>
              <a:rPr altLang="en-IN" lang="en-US">
                <a:solidFill>
                  <a:srgbClr val="000000"/>
                </a:solidFill>
              </a:rPr>
              <a:t>n</a:t>
            </a:r>
            <a:r>
              <a:rPr altLang="en-IN" lang="en-US">
                <a:solidFill>
                  <a:srgbClr val="000000"/>
                </a:solidFill>
              </a:rPr>
              <a:t> </a:t>
            </a:r>
            <a:r>
              <a:rPr altLang="en-IN" lang="en-US">
                <a:solidFill>
                  <a:srgbClr val="000000"/>
                </a:solidFill>
              </a:rPr>
              <a:t>o</a:t>
            </a:r>
            <a:r>
              <a:rPr altLang="en-IN" lang="en-US">
                <a:solidFill>
                  <a:srgbClr val="000000"/>
                </a:solidFill>
              </a:rPr>
              <a:t>f</a:t>
            </a:r>
            <a:r>
              <a:rPr altLang="en-IN" lang="en-US">
                <a:solidFill>
                  <a:srgbClr val="000000"/>
                </a:solidFill>
              </a:rPr>
              <a:t> </a:t>
            </a:r>
            <a:r>
              <a:rPr altLang="en-IN" lang="en-US">
                <a:solidFill>
                  <a:srgbClr val="000000"/>
                </a:solidFill>
              </a:rPr>
              <a:t>m</a:t>
            </a:r>
            <a:r>
              <a:rPr altLang="en-IN" lang="en-US">
                <a:solidFill>
                  <a:srgbClr val="000000"/>
                </a:solidFill>
              </a:rPr>
              <a:t>e</a:t>
            </a:r>
            <a:r>
              <a:rPr altLang="en-IN" lang="en-US">
                <a:solidFill>
                  <a:srgbClr val="000000"/>
                </a:solidFill>
              </a:rPr>
              <a:t>n</a:t>
            </a:r>
            <a:r>
              <a:rPr altLang="en-IN" lang="en-US">
                <a:solidFill>
                  <a:srgbClr val="000000"/>
                </a:solidFill>
              </a:rPr>
              <a:t>t</a:t>
            </a:r>
            <a:r>
              <a:rPr altLang="en-IN" lang="en-US">
                <a:solidFill>
                  <a:srgbClr val="000000"/>
                </a:solidFill>
              </a:rPr>
              <a:t>a</a:t>
            </a:r>
            <a:r>
              <a:rPr altLang="en-IN" lang="en-US">
                <a:solidFill>
                  <a:srgbClr val="000000"/>
                </a:solidFill>
              </a:rPr>
              <a:t>l</a:t>
            </a:r>
            <a:r>
              <a:rPr altLang="en-IN" lang="en-US">
                <a:solidFill>
                  <a:srgbClr val="000000"/>
                </a:solidFill>
              </a:rPr>
              <a:t> </a:t>
            </a:r>
            <a:r>
              <a:rPr altLang="en-IN" lang="en-US">
                <a:solidFill>
                  <a:srgbClr val="000000"/>
                </a:solidFill>
              </a:rPr>
              <a:t>h</a:t>
            </a:r>
            <a:r>
              <a:rPr altLang="en-IN" lang="en-US">
                <a:solidFill>
                  <a:srgbClr val="000000"/>
                </a:solidFill>
              </a:rPr>
              <a:t>e</a:t>
            </a:r>
            <a:r>
              <a:rPr altLang="en-IN" lang="en-US">
                <a:solidFill>
                  <a:srgbClr val="000000"/>
                </a:solidFill>
              </a:rPr>
              <a:t>a</a:t>
            </a:r>
            <a:r>
              <a:rPr altLang="en-IN" lang="en-US">
                <a:solidFill>
                  <a:srgbClr val="000000"/>
                </a:solidFill>
              </a:rPr>
              <a:t>l</a:t>
            </a:r>
            <a:r>
              <a:rPr altLang="en-IN" lang="en-US">
                <a:solidFill>
                  <a:srgbClr val="000000"/>
                </a:solidFill>
              </a:rPr>
              <a:t>t</a:t>
            </a:r>
            <a:r>
              <a:rPr altLang="en-IN" lang="en-US">
                <a:solidFill>
                  <a:srgbClr val="000000"/>
                </a:solidFill>
              </a:rPr>
              <a:t>h</a:t>
            </a:r>
            <a:endParaRPr lang="en-IN"/>
          </a:p>
          <a:p>
            <a:pPr indent="0" marL="0">
              <a:buNone/>
            </a:pPr>
            <a:r>
              <a:rPr altLang="en-IN" lang="en-US">
                <a:solidFill>
                  <a:srgbClr val="000000"/>
                </a:solidFill>
              </a:rPr>
              <a:t>P</a:t>
            </a:r>
            <a:r>
              <a:rPr altLang="en-IN" lang="en-US">
                <a:solidFill>
                  <a:srgbClr val="000000"/>
                </a:solidFill>
              </a:rPr>
              <a:t>r</a:t>
            </a:r>
            <a:r>
              <a:rPr altLang="en-IN" lang="en-US">
                <a:solidFill>
                  <a:srgbClr val="000000"/>
                </a:solidFill>
              </a:rPr>
              <a:t>e</a:t>
            </a:r>
            <a:r>
              <a:rPr altLang="en-IN" lang="en-US">
                <a:solidFill>
                  <a:srgbClr val="000000"/>
                </a:solidFill>
              </a:rPr>
              <a:t>v</a:t>
            </a:r>
            <a:r>
              <a:rPr altLang="en-IN" lang="en-US">
                <a:solidFill>
                  <a:srgbClr val="000000"/>
                </a:solidFill>
              </a:rPr>
              <a:t>e</a:t>
            </a:r>
            <a:r>
              <a:rPr altLang="en-IN" lang="en-US">
                <a:solidFill>
                  <a:srgbClr val="000000"/>
                </a:solidFill>
              </a:rPr>
              <a:t>n</a:t>
            </a:r>
            <a:r>
              <a:rPr altLang="en-IN" lang="en-US">
                <a:solidFill>
                  <a:srgbClr val="000000"/>
                </a:solidFill>
              </a:rPr>
              <a:t>t</a:t>
            </a:r>
            <a:r>
              <a:rPr altLang="en-IN" lang="en-US">
                <a:solidFill>
                  <a:srgbClr val="000000"/>
                </a:solidFill>
              </a:rPr>
              <a:t>i</a:t>
            </a:r>
            <a:r>
              <a:rPr altLang="en-IN" lang="en-US">
                <a:solidFill>
                  <a:srgbClr val="000000"/>
                </a:solidFill>
              </a:rPr>
              <a:t>o</a:t>
            </a:r>
            <a:r>
              <a:rPr altLang="en-IN" lang="en-US">
                <a:solidFill>
                  <a:srgbClr val="000000"/>
                </a:solidFill>
              </a:rPr>
              <a:t>n</a:t>
            </a:r>
            <a:r>
              <a:rPr altLang="en-IN" lang="en-US">
                <a:solidFill>
                  <a:srgbClr val="000000"/>
                </a:solidFill>
              </a:rPr>
              <a:t> </a:t>
            </a:r>
            <a:r>
              <a:rPr altLang="en-IN" lang="en-US">
                <a:solidFill>
                  <a:srgbClr val="000000"/>
                </a:solidFill>
              </a:rPr>
              <a:t>O</a:t>
            </a:r>
            <a:r>
              <a:rPr altLang="en-IN" lang="en-US">
                <a:solidFill>
                  <a:srgbClr val="000000"/>
                </a:solidFill>
              </a:rPr>
              <a:t>f</a:t>
            </a:r>
            <a:r>
              <a:rPr altLang="en-IN" lang="en-US">
                <a:solidFill>
                  <a:srgbClr val="000000"/>
                </a:solidFill>
              </a:rPr>
              <a:t> </a:t>
            </a:r>
            <a:r>
              <a:rPr altLang="en-IN" lang="en-US">
                <a:solidFill>
                  <a:srgbClr val="000000"/>
                </a:solidFill>
              </a:rPr>
              <a:t>psychiat</a:t>
            </a:r>
            <a:r>
              <a:rPr altLang="en-IN" lang="en-US">
                <a:solidFill>
                  <a:srgbClr val="000000"/>
                </a:solidFill>
              </a:rPr>
              <a:t>r</a:t>
            </a:r>
            <a:r>
              <a:rPr altLang="en-IN" lang="en-US">
                <a:solidFill>
                  <a:srgbClr val="000000"/>
                </a:solidFill>
              </a:rPr>
              <a:t>i</a:t>
            </a:r>
            <a:r>
              <a:rPr altLang="en-IN" lang="en-US">
                <a:solidFill>
                  <a:srgbClr val="000000"/>
                </a:solidFill>
              </a:rPr>
              <a:t>c</a:t>
            </a:r>
            <a:r>
              <a:rPr altLang="en-IN" lang="en-US">
                <a:solidFill>
                  <a:srgbClr val="000000"/>
                </a:solidFill>
              </a:rPr>
              <a:t> </a:t>
            </a:r>
            <a:r>
              <a:rPr altLang="en-IN" lang="en-US">
                <a:solidFill>
                  <a:srgbClr val="000000"/>
                </a:solidFill>
              </a:rPr>
              <a:t>disord</a:t>
            </a:r>
            <a:r>
              <a:rPr altLang="en-IN" lang="en-US">
                <a:solidFill>
                  <a:srgbClr val="000000"/>
                </a:solidFill>
              </a:rPr>
              <a:t>e</a:t>
            </a:r>
            <a:r>
              <a:rPr altLang="en-IN" lang="en-US">
                <a:solidFill>
                  <a:srgbClr val="000000"/>
                </a:solidFill>
              </a:rPr>
              <a:t>r</a:t>
            </a:r>
            <a:r>
              <a:rPr altLang="en-IN" lang="en-US">
                <a:solidFill>
                  <a:srgbClr val="000000"/>
                </a:solidFill>
              </a:rPr>
              <a:t> </a:t>
            </a:r>
            <a:endParaRPr lang="en-IN"/>
          </a:p>
          <a:p>
            <a:pPr indent="0" marL="0">
              <a:buNone/>
            </a:pPr>
            <a:r>
              <a:rPr altLang="en-IN" lang="en-US">
                <a:solidFill>
                  <a:srgbClr val="000000"/>
                </a:solidFill>
              </a:rPr>
              <a:t>T</a:t>
            </a:r>
            <a:r>
              <a:rPr altLang="en-IN" lang="en-US">
                <a:solidFill>
                  <a:srgbClr val="000000"/>
                </a:solidFill>
              </a:rPr>
              <a:t>h</a:t>
            </a:r>
            <a:r>
              <a:rPr altLang="en-IN" lang="en-US">
                <a:solidFill>
                  <a:srgbClr val="000000"/>
                </a:solidFill>
              </a:rPr>
              <a:t>e</a:t>
            </a:r>
            <a:r>
              <a:rPr altLang="en-IN" lang="en-US">
                <a:solidFill>
                  <a:srgbClr val="000000"/>
                </a:solidFill>
              </a:rPr>
              <a:t> </a:t>
            </a:r>
            <a:r>
              <a:rPr altLang="en-IN" lang="en-US">
                <a:solidFill>
                  <a:srgbClr val="000000"/>
                </a:solidFill>
              </a:rPr>
              <a:t>e</a:t>
            </a:r>
            <a:r>
              <a:rPr altLang="en-IN" lang="en-US">
                <a:solidFill>
                  <a:srgbClr val="000000"/>
                </a:solidFill>
              </a:rPr>
              <a:t>q</a:t>
            </a:r>
            <a:r>
              <a:rPr altLang="en-IN" lang="en-US">
                <a:solidFill>
                  <a:srgbClr val="000000"/>
                </a:solidFill>
              </a:rPr>
              <a:t>u</a:t>
            </a:r>
            <a:r>
              <a:rPr altLang="en-IN" lang="en-US">
                <a:solidFill>
                  <a:srgbClr val="000000"/>
                </a:solidFill>
              </a:rPr>
              <a:t>i</a:t>
            </a:r>
            <a:r>
              <a:rPr altLang="en-IN" lang="en-US">
                <a:solidFill>
                  <a:srgbClr val="000000"/>
                </a:solidFill>
              </a:rPr>
              <a:t>t</a:t>
            </a:r>
            <a:r>
              <a:rPr altLang="en-IN" lang="en-US">
                <a:solidFill>
                  <a:srgbClr val="000000"/>
                </a:solidFill>
              </a:rPr>
              <a:t>a</a:t>
            </a:r>
            <a:r>
              <a:rPr altLang="en-IN" lang="en-US">
                <a:solidFill>
                  <a:srgbClr val="000000"/>
                </a:solidFill>
              </a:rPr>
              <a:t>b</a:t>
            </a:r>
            <a:r>
              <a:rPr altLang="en-IN" lang="en-US">
                <a:solidFill>
                  <a:srgbClr val="000000"/>
                </a:solidFill>
              </a:rPr>
              <a:t>l</a:t>
            </a:r>
            <a:r>
              <a:rPr altLang="en-IN" lang="en-US">
                <a:solidFill>
                  <a:srgbClr val="000000"/>
                </a:solidFill>
              </a:rPr>
              <a:t>e</a:t>
            </a:r>
            <a:r>
              <a:rPr altLang="en-IN" lang="en-US">
                <a:solidFill>
                  <a:srgbClr val="000000"/>
                </a:solidFill>
              </a:rPr>
              <a:t> </a:t>
            </a:r>
            <a:r>
              <a:rPr altLang="en-IN" lang="en-US">
                <a:solidFill>
                  <a:srgbClr val="000000"/>
                </a:solidFill>
              </a:rPr>
              <a:t>provi</a:t>
            </a:r>
            <a:r>
              <a:rPr altLang="en-IN" lang="en-US">
                <a:solidFill>
                  <a:srgbClr val="000000"/>
                </a:solidFill>
              </a:rPr>
              <a:t>n</a:t>
            </a:r>
            <a:r>
              <a:rPr altLang="en-IN" lang="en-US">
                <a:solidFill>
                  <a:srgbClr val="000000"/>
                </a:solidFill>
              </a:rPr>
              <a:t>s</a:t>
            </a:r>
            <a:r>
              <a:rPr altLang="en-IN" lang="en-US">
                <a:solidFill>
                  <a:srgbClr val="000000"/>
                </a:solidFill>
              </a:rPr>
              <a:t>i</a:t>
            </a:r>
            <a:r>
              <a:rPr altLang="en-IN" lang="en-US">
                <a:solidFill>
                  <a:srgbClr val="000000"/>
                </a:solidFill>
              </a:rPr>
              <a:t>o</a:t>
            </a:r>
            <a:r>
              <a:rPr altLang="en-IN" lang="en-US">
                <a:solidFill>
                  <a:srgbClr val="000000"/>
                </a:solidFill>
              </a:rPr>
              <a:t>n</a:t>
            </a:r>
            <a:r>
              <a:rPr altLang="en-IN" lang="en-US">
                <a:solidFill>
                  <a:srgbClr val="000000"/>
                </a:solidFill>
              </a:rPr>
              <a:t> </a:t>
            </a:r>
            <a:r>
              <a:rPr altLang="en-IN" lang="en-US">
                <a:solidFill>
                  <a:srgbClr val="000000"/>
                </a:solidFill>
              </a:rPr>
              <a:t>o</a:t>
            </a:r>
            <a:r>
              <a:rPr altLang="en-IN" lang="en-US">
                <a:solidFill>
                  <a:srgbClr val="000000"/>
                </a:solidFill>
              </a:rPr>
              <a:t>f</a:t>
            </a:r>
            <a:r>
              <a:rPr altLang="en-IN" lang="en-US">
                <a:solidFill>
                  <a:srgbClr val="000000"/>
                </a:solidFill>
              </a:rPr>
              <a:t> </a:t>
            </a:r>
            <a:r>
              <a:rPr altLang="en-IN" lang="en-US">
                <a:solidFill>
                  <a:srgbClr val="000000"/>
                </a:solidFill>
              </a:rPr>
              <a:t>c</a:t>
            </a:r>
            <a:r>
              <a:rPr altLang="en-IN" lang="en-US">
                <a:solidFill>
                  <a:srgbClr val="000000"/>
                </a:solidFill>
              </a:rPr>
              <a:t>a</a:t>
            </a:r>
            <a:r>
              <a:rPr altLang="en-IN" lang="en-US">
                <a:solidFill>
                  <a:srgbClr val="000000"/>
                </a:solidFill>
              </a:rPr>
              <a:t>r</a:t>
            </a:r>
            <a:r>
              <a:rPr altLang="en-IN" lang="en-US">
                <a:solidFill>
                  <a:srgbClr val="000000"/>
                </a:solidFill>
              </a:rPr>
              <a:t>e</a:t>
            </a:r>
            <a:r>
              <a:rPr altLang="en-IN" lang="en-US">
                <a:solidFill>
                  <a:srgbClr val="000000"/>
                </a:solidFill>
              </a:rPr>
              <a:t> </a:t>
            </a:r>
            <a:r>
              <a:rPr altLang="en-IN" lang="en-US">
                <a:solidFill>
                  <a:srgbClr val="000000"/>
                </a:solidFill>
              </a:rPr>
              <a:t>f</a:t>
            </a:r>
            <a:r>
              <a:rPr altLang="en-IN" lang="en-US">
                <a:solidFill>
                  <a:srgbClr val="000000"/>
                </a:solidFill>
              </a:rPr>
              <a:t>o</a:t>
            </a:r>
            <a:r>
              <a:rPr altLang="en-IN" lang="en-US">
                <a:solidFill>
                  <a:srgbClr val="000000"/>
                </a:solidFill>
              </a:rPr>
              <a:t>r</a:t>
            </a:r>
            <a:r>
              <a:rPr altLang="en-IN" lang="en-US">
                <a:solidFill>
                  <a:srgbClr val="000000"/>
                </a:solidFill>
              </a:rPr>
              <a:t> </a:t>
            </a:r>
            <a:r>
              <a:rPr altLang="en-IN" lang="en-US">
                <a:solidFill>
                  <a:srgbClr val="000000"/>
                </a:solidFill>
              </a:rPr>
              <a:t>c</a:t>
            </a:r>
            <a:r>
              <a:rPr altLang="en-IN" lang="en-US">
                <a:solidFill>
                  <a:srgbClr val="000000"/>
                </a:solidFill>
              </a:rPr>
              <a:t>h</a:t>
            </a:r>
            <a:r>
              <a:rPr altLang="en-IN" lang="en-US">
                <a:solidFill>
                  <a:srgbClr val="000000"/>
                </a:solidFill>
              </a:rPr>
              <a:t>i</a:t>
            </a:r>
            <a:r>
              <a:rPr altLang="en-IN" lang="en-US">
                <a:solidFill>
                  <a:srgbClr val="000000"/>
                </a:solidFill>
              </a:rPr>
              <a:t>l</a:t>
            </a:r>
            <a:r>
              <a:rPr altLang="en-IN" lang="en-US">
                <a:solidFill>
                  <a:srgbClr val="000000"/>
                </a:solidFill>
              </a:rPr>
              <a:t>d</a:t>
            </a:r>
            <a:r>
              <a:rPr altLang="en-IN" lang="en-US">
                <a:solidFill>
                  <a:srgbClr val="000000"/>
                </a:solidFill>
              </a:rPr>
              <a:t>r</a:t>
            </a:r>
            <a:r>
              <a:rPr altLang="en-IN" lang="en-US">
                <a:solidFill>
                  <a:srgbClr val="000000"/>
                </a:solidFill>
              </a:rPr>
              <a:t>e</a:t>
            </a:r>
            <a:r>
              <a:rPr altLang="en-IN" lang="en-US">
                <a:solidFill>
                  <a:srgbClr val="000000"/>
                </a:solidFill>
              </a:rPr>
              <a:t>n</a:t>
            </a:r>
            <a:r>
              <a:rPr altLang="en-IN" lang="en-US">
                <a:solidFill>
                  <a:srgbClr val="000000"/>
                </a:solidFill>
              </a:rPr>
              <a:t> </a:t>
            </a:r>
            <a:r>
              <a:rPr altLang="en-IN" lang="en-US">
                <a:solidFill>
                  <a:srgbClr val="000000"/>
                </a:solidFill>
              </a:rPr>
              <a:t>a</a:t>
            </a:r>
            <a:r>
              <a:rPr altLang="en-IN" lang="en-US">
                <a:solidFill>
                  <a:srgbClr val="000000"/>
                </a:solidFill>
              </a:rPr>
              <a:t>n</a:t>
            </a:r>
            <a:r>
              <a:rPr altLang="en-IN" lang="en-US">
                <a:solidFill>
                  <a:srgbClr val="000000"/>
                </a:solidFill>
              </a:rPr>
              <a:t>d</a:t>
            </a:r>
            <a:r>
              <a:rPr altLang="en-IN" lang="en-US">
                <a:solidFill>
                  <a:srgbClr val="000000"/>
                </a:solidFill>
              </a:rPr>
              <a:t> </a:t>
            </a:r>
            <a:r>
              <a:rPr altLang="en-IN" lang="en-US">
                <a:solidFill>
                  <a:srgbClr val="000000"/>
                </a:solidFill>
              </a:rPr>
              <a:t>a</a:t>
            </a:r>
            <a:r>
              <a:rPr altLang="en-IN" lang="en-US">
                <a:solidFill>
                  <a:srgbClr val="000000"/>
                </a:solidFill>
              </a:rPr>
              <a:t>d</a:t>
            </a:r>
            <a:r>
              <a:rPr altLang="en-IN" lang="en-US">
                <a:solidFill>
                  <a:srgbClr val="000000"/>
                </a:solidFill>
              </a:rPr>
              <a:t>o</a:t>
            </a:r>
            <a:r>
              <a:rPr altLang="en-IN" lang="en-US">
                <a:solidFill>
                  <a:srgbClr val="000000"/>
                </a:solidFill>
              </a:rPr>
              <a:t>l</a:t>
            </a:r>
            <a:r>
              <a:rPr altLang="en-IN" lang="en-US">
                <a:solidFill>
                  <a:srgbClr val="000000"/>
                </a:solidFill>
              </a:rPr>
              <a:t>e</a:t>
            </a:r>
            <a:r>
              <a:rPr altLang="en-IN" lang="en-US">
                <a:solidFill>
                  <a:srgbClr val="000000"/>
                </a:solidFill>
              </a:rPr>
              <a:t>s</a:t>
            </a:r>
            <a:r>
              <a:rPr altLang="en-IN" lang="en-US">
                <a:solidFill>
                  <a:srgbClr val="000000"/>
                </a:solidFill>
              </a:rPr>
              <a:t>c</a:t>
            </a:r>
            <a:r>
              <a:rPr altLang="en-IN" lang="en-US">
                <a:solidFill>
                  <a:srgbClr val="000000"/>
                </a:solidFill>
              </a:rPr>
              <a:t>e</a:t>
            </a:r>
            <a:r>
              <a:rPr altLang="en-IN" lang="en-US">
                <a:solidFill>
                  <a:srgbClr val="000000"/>
                </a:solidFill>
              </a:rPr>
              <a:t>n</a:t>
            </a:r>
            <a:r>
              <a:rPr altLang="en-IN" lang="en-US">
                <a:solidFill>
                  <a:srgbClr val="000000"/>
                </a:solidFill>
              </a:rPr>
              <a:t>t</a:t>
            </a:r>
            <a:endParaRPr lang="en-IN"/>
          </a:p>
          <a:p>
            <a:pPr indent="0" marL="0">
              <a:buNone/>
            </a:pPr>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12" name=""/>
          <p:cNvSpPr>
            <a:spLocks noGrp="1"/>
          </p:cNvSpPr>
          <p:nvPr>
            <p:ph idx="1"/>
          </p:nvPr>
        </p:nvSpPr>
        <p:spPr/>
        <p:txBody>
          <a:bodyPr/>
          <a:p>
            <a:pPr indent="0" marL="0">
              <a:buNone/>
            </a:pPr>
            <a:r>
              <a:rPr altLang="en-IN" lang="en-US">
                <a:solidFill>
                  <a:srgbClr val="800000"/>
                </a:solidFill>
              </a:rPr>
              <a:t>F</a:t>
            </a:r>
            <a:r>
              <a:rPr altLang="en-IN" lang="en-US">
                <a:solidFill>
                  <a:srgbClr val="800000"/>
                </a:solidFill>
              </a:rPr>
              <a:t>o</a:t>
            </a:r>
            <a:r>
              <a:rPr altLang="en-IN" lang="en-US">
                <a:solidFill>
                  <a:srgbClr val="800000"/>
                </a:solidFill>
              </a:rPr>
              <a:t>r</a:t>
            </a:r>
            <a:r>
              <a:rPr altLang="en-IN" lang="en-US">
                <a:solidFill>
                  <a:srgbClr val="800000"/>
                </a:solidFill>
              </a:rPr>
              <a:t>e</a:t>
            </a:r>
            <a:r>
              <a:rPr altLang="en-IN" lang="en-US">
                <a:solidFill>
                  <a:srgbClr val="800000"/>
                </a:solidFill>
              </a:rPr>
              <a:t>n</a:t>
            </a:r>
            <a:r>
              <a:rPr altLang="en-IN" lang="en-US">
                <a:solidFill>
                  <a:srgbClr val="800000"/>
                </a:solidFill>
              </a:rPr>
              <a:t>s</a:t>
            </a:r>
            <a:r>
              <a:rPr altLang="en-IN" lang="en-US">
                <a:solidFill>
                  <a:srgbClr val="800000"/>
                </a:solidFill>
              </a:rPr>
              <a:t>i</a:t>
            </a:r>
            <a:r>
              <a:rPr altLang="en-IN" lang="en-US">
                <a:solidFill>
                  <a:srgbClr val="800000"/>
                </a:solidFill>
              </a:rPr>
              <a:t>c</a:t>
            </a:r>
            <a:r>
              <a:rPr altLang="en-IN" lang="en-US">
                <a:solidFill>
                  <a:srgbClr val="800000"/>
                </a:solidFill>
              </a:rPr>
              <a:t> </a:t>
            </a:r>
            <a:r>
              <a:rPr altLang="en-IN" lang="en-US">
                <a:solidFill>
                  <a:srgbClr val="800000"/>
                </a:solidFill>
              </a:rPr>
              <a:t>Co</a:t>
            </a:r>
            <a:r>
              <a:rPr altLang="en-IN" lang="en-US">
                <a:solidFill>
                  <a:srgbClr val="800000"/>
                </a:solidFill>
              </a:rPr>
              <a:t>r</a:t>
            </a:r>
            <a:r>
              <a:rPr altLang="en-IN" lang="en-US">
                <a:solidFill>
                  <a:srgbClr val="800000"/>
                </a:solidFill>
              </a:rPr>
              <a:t>r</a:t>
            </a:r>
            <a:r>
              <a:rPr altLang="en-IN" lang="en-US">
                <a:solidFill>
                  <a:srgbClr val="800000"/>
                </a:solidFill>
              </a:rPr>
              <a:t>e</a:t>
            </a:r>
            <a:r>
              <a:rPr altLang="en-IN" lang="en-US">
                <a:solidFill>
                  <a:srgbClr val="800000"/>
                </a:solidFill>
              </a:rPr>
              <a:t>c</a:t>
            </a:r>
            <a:r>
              <a:rPr altLang="en-IN" lang="en-US">
                <a:solidFill>
                  <a:srgbClr val="800000"/>
                </a:solidFill>
              </a:rPr>
              <a:t>t</a:t>
            </a:r>
            <a:r>
              <a:rPr altLang="en-IN" lang="en-US">
                <a:solidFill>
                  <a:srgbClr val="800000"/>
                </a:solidFill>
              </a:rPr>
              <a:t>i</a:t>
            </a:r>
            <a:r>
              <a:rPr altLang="en-IN" lang="en-US">
                <a:solidFill>
                  <a:srgbClr val="800000"/>
                </a:solidFill>
              </a:rPr>
              <a:t>o</a:t>
            </a:r>
            <a:r>
              <a:rPr altLang="en-IN" lang="en-US">
                <a:solidFill>
                  <a:srgbClr val="800000"/>
                </a:solidFill>
              </a:rPr>
              <a:t>n</a:t>
            </a:r>
            <a:r>
              <a:rPr altLang="en-IN" lang="en-US">
                <a:solidFill>
                  <a:srgbClr val="800000"/>
                </a:solidFill>
              </a:rPr>
              <a:t>a</a:t>
            </a:r>
            <a:r>
              <a:rPr altLang="en-IN" lang="en-US">
                <a:solidFill>
                  <a:srgbClr val="800000"/>
                </a:solidFill>
              </a:rPr>
              <a:t>l</a:t>
            </a:r>
            <a:r>
              <a:rPr altLang="en-IN" lang="en-US">
                <a:solidFill>
                  <a:srgbClr val="800000"/>
                </a:solidFill>
              </a:rPr>
              <a:t> </a:t>
            </a:r>
            <a:r>
              <a:rPr altLang="en-IN" lang="en-US">
                <a:solidFill>
                  <a:srgbClr val="800000"/>
                </a:solidFill>
              </a:rPr>
              <a:t>,</a:t>
            </a:r>
            <a:r>
              <a:rPr altLang="en-IN" lang="en-US">
                <a:solidFill>
                  <a:srgbClr val="800000"/>
                </a:solidFill>
              </a:rPr>
              <a:t> </a:t>
            </a:r>
            <a:r>
              <a:rPr altLang="en-IN" lang="en-US">
                <a:solidFill>
                  <a:srgbClr val="800000"/>
                </a:solidFill>
              </a:rPr>
              <a:t>In</a:t>
            </a:r>
            <a:r>
              <a:rPr altLang="en-IN" lang="en-US">
                <a:solidFill>
                  <a:srgbClr val="800000"/>
                </a:solidFill>
              </a:rPr>
              <a:t>s</a:t>
            </a:r>
            <a:r>
              <a:rPr altLang="en-IN" lang="en-US">
                <a:solidFill>
                  <a:srgbClr val="800000"/>
                </a:solidFill>
              </a:rPr>
              <a:t>t</a:t>
            </a:r>
            <a:r>
              <a:rPr altLang="en-IN" lang="en-US">
                <a:solidFill>
                  <a:srgbClr val="800000"/>
                </a:solidFill>
              </a:rPr>
              <a:t>i</a:t>
            </a:r>
            <a:r>
              <a:rPr altLang="en-IN" lang="en-US">
                <a:solidFill>
                  <a:srgbClr val="800000"/>
                </a:solidFill>
              </a:rPr>
              <a:t>t</a:t>
            </a:r>
            <a:r>
              <a:rPr altLang="en-IN" lang="en-US">
                <a:solidFill>
                  <a:srgbClr val="800000"/>
                </a:solidFill>
              </a:rPr>
              <a:t>u</a:t>
            </a:r>
            <a:r>
              <a:rPr altLang="en-IN" lang="en-US">
                <a:solidFill>
                  <a:srgbClr val="800000"/>
                </a:solidFill>
              </a:rPr>
              <a:t>t</a:t>
            </a:r>
            <a:r>
              <a:rPr altLang="en-IN" lang="en-US">
                <a:solidFill>
                  <a:srgbClr val="800000"/>
                </a:solidFill>
              </a:rPr>
              <a:t>i</a:t>
            </a:r>
            <a:r>
              <a:rPr altLang="en-IN" lang="en-US">
                <a:solidFill>
                  <a:srgbClr val="800000"/>
                </a:solidFill>
              </a:rPr>
              <a:t>o</a:t>
            </a:r>
            <a:r>
              <a:rPr altLang="en-IN" lang="en-US">
                <a:solidFill>
                  <a:srgbClr val="800000"/>
                </a:solidFill>
              </a:rPr>
              <a:t>n</a:t>
            </a:r>
            <a:r>
              <a:rPr altLang="en-IN" lang="en-US">
                <a:solidFill>
                  <a:srgbClr val="800000"/>
                </a:solidFill>
              </a:rPr>
              <a:t>a</a:t>
            </a:r>
            <a:r>
              <a:rPr altLang="en-IN" lang="en-US">
                <a:solidFill>
                  <a:srgbClr val="800000"/>
                </a:solidFill>
              </a:rPr>
              <a:t>l</a:t>
            </a:r>
            <a:r>
              <a:rPr altLang="en-IN" lang="en-US">
                <a:solidFill>
                  <a:srgbClr val="800000"/>
                </a:solidFill>
              </a:rPr>
              <a:t> </a:t>
            </a:r>
            <a:r>
              <a:rPr altLang="en-IN" lang="en-US">
                <a:solidFill>
                  <a:srgbClr val="800000"/>
                </a:solidFill>
              </a:rPr>
              <a:t>o</a:t>
            </a:r>
            <a:r>
              <a:rPr altLang="en-IN" lang="en-US">
                <a:solidFill>
                  <a:srgbClr val="800000"/>
                </a:solidFill>
              </a:rPr>
              <a:t>r</a:t>
            </a:r>
            <a:r>
              <a:rPr altLang="en-IN" lang="en-US">
                <a:solidFill>
                  <a:srgbClr val="800000"/>
                </a:solidFill>
              </a:rPr>
              <a:t> </a:t>
            </a:r>
            <a:r>
              <a:rPr altLang="en-IN" lang="en-US">
                <a:solidFill>
                  <a:srgbClr val="800000"/>
                </a:solidFill>
              </a:rPr>
              <a:t>C</a:t>
            </a:r>
            <a:r>
              <a:rPr altLang="en-IN" lang="en-US">
                <a:solidFill>
                  <a:srgbClr val="800000"/>
                </a:solidFill>
              </a:rPr>
              <a:t>u</a:t>
            </a:r>
            <a:r>
              <a:rPr altLang="en-IN" lang="en-US">
                <a:solidFill>
                  <a:srgbClr val="800000"/>
                </a:solidFill>
              </a:rPr>
              <a:t>s</a:t>
            </a:r>
            <a:r>
              <a:rPr altLang="en-IN" lang="en-US">
                <a:solidFill>
                  <a:srgbClr val="800000"/>
                </a:solidFill>
              </a:rPr>
              <a:t>t</a:t>
            </a:r>
            <a:r>
              <a:rPr altLang="en-IN" lang="en-US">
                <a:solidFill>
                  <a:srgbClr val="800000"/>
                </a:solidFill>
              </a:rPr>
              <a:t>o</a:t>
            </a:r>
            <a:r>
              <a:rPr altLang="en-IN" lang="en-US">
                <a:solidFill>
                  <a:srgbClr val="800000"/>
                </a:solidFill>
              </a:rPr>
              <a:t>d</a:t>
            </a:r>
            <a:r>
              <a:rPr altLang="en-IN" lang="en-US">
                <a:solidFill>
                  <a:srgbClr val="800000"/>
                </a:solidFill>
              </a:rPr>
              <a:t>i</a:t>
            </a:r>
            <a:r>
              <a:rPr altLang="en-IN" lang="en-US">
                <a:solidFill>
                  <a:srgbClr val="800000"/>
                </a:solidFill>
              </a:rPr>
              <a:t>a</a:t>
            </a:r>
            <a:r>
              <a:rPr altLang="en-IN" lang="en-US">
                <a:solidFill>
                  <a:srgbClr val="800000"/>
                </a:solidFill>
              </a:rPr>
              <a:t>l</a:t>
            </a:r>
            <a:endParaRPr lang="en-IN"/>
          </a:p>
          <a:p>
            <a:pPr indent="0" marL="0">
              <a:buNone/>
            </a:pPr>
            <a:r>
              <a:rPr altLang="en-IN" lang="en-US">
                <a:solidFill>
                  <a:srgbClr val="800000"/>
                </a:solidFill>
              </a:rPr>
              <a:t>N</a:t>
            </a:r>
            <a:r>
              <a:rPr altLang="en-IN" lang="en-US">
                <a:solidFill>
                  <a:srgbClr val="800000"/>
                </a:solidFill>
              </a:rPr>
              <a:t>u</a:t>
            </a:r>
            <a:r>
              <a:rPr altLang="en-IN" lang="en-US">
                <a:solidFill>
                  <a:srgbClr val="800000"/>
                </a:solidFill>
              </a:rPr>
              <a:t>r</a:t>
            </a:r>
            <a:r>
              <a:rPr altLang="en-IN" lang="en-US">
                <a:solidFill>
                  <a:srgbClr val="800000"/>
                </a:solidFill>
              </a:rPr>
              <a:t>s</a:t>
            </a:r>
            <a:r>
              <a:rPr altLang="en-IN" lang="en-US">
                <a:solidFill>
                  <a:srgbClr val="800000"/>
                </a:solidFill>
              </a:rPr>
              <a:t>e</a:t>
            </a:r>
            <a:r>
              <a:rPr altLang="en-IN" lang="en-US">
                <a:solidFill>
                  <a:srgbClr val="800000"/>
                </a:solidFill>
              </a:rPr>
              <a:t>.</a:t>
            </a:r>
            <a:endParaRPr lang="en-IN"/>
          </a:p>
          <a:p>
            <a:pPr indent="0" marL="0">
              <a:buNone/>
            </a:pPr>
            <a:r>
              <a:rPr lang="en-IN"/>
              <a:t>Correctional nurses must often work closely with corrections officers in situations such as emergencies in the housing units or monitoring inmates for medical attention.</a:t>
            </a: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13" name=""/>
          <p:cNvSpPr>
            <a:spLocks noGrp="1"/>
          </p:cNvSpPr>
          <p:nvPr>
            <p:ph idx="1"/>
          </p:nvPr>
        </p:nvSpPr>
        <p:spPr/>
        <p:txBody>
          <a:bodyPr>
            <a:normAutofit fontScale="92857" lnSpcReduction="20000"/>
          </a:bodyPr>
          <a:p>
            <a:pPr indent="0" marL="0">
              <a:buNone/>
            </a:pPr>
            <a:r>
              <a:rPr altLang="en-IN" lang="en-US">
                <a:solidFill>
                  <a:srgbClr val="800000"/>
                </a:solidFill>
              </a:rPr>
              <a:t>L</a:t>
            </a:r>
            <a:r>
              <a:rPr altLang="en-IN" lang="en-US">
                <a:solidFill>
                  <a:srgbClr val="800000"/>
                </a:solidFill>
              </a:rPr>
              <a:t>e</a:t>
            </a:r>
            <a:r>
              <a:rPr altLang="en-IN" lang="en-US">
                <a:solidFill>
                  <a:srgbClr val="800000"/>
                </a:solidFill>
              </a:rPr>
              <a:t>g</a:t>
            </a:r>
            <a:r>
              <a:rPr altLang="en-IN" lang="en-US">
                <a:solidFill>
                  <a:srgbClr val="800000"/>
                </a:solidFill>
              </a:rPr>
              <a:t>a</a:t>
            </a:r>
            <a:r>
              <a:rPr altLang="en-IN" lang="en-US">
                <a:solidFill>
                  <a:srgbClr val="800000"/>
                </a:solidFill>
              </a:rPr>
              <a:t>l</a:t>
            </a:r>
            <a:r>
              <a:rPr altLang="en-IN" lang="en-US">
                <a:solidFill>
                  <a:srgbClr val="800000"/>
                </a:solidFill>
              </a:rPr>
              <a:t> </a:t>
            </a:r>
            <a:r>
              <a:rPr altLang="en-IN" lang="en-US">
                <a:solidFill>
                  <a:srgbClr val="800000"/>
                </a:solidFill>
              </a:rPr>
              <a:t>N</a:t>
            </a:r>
            <a:r>
              <a:rPr altLang="en-IN" lang="en-US">
                <a:solidFill>
                  <a:srgbClr val="800000"/>
                </a:solidFill>
              </a:rPr>
              <a:t>u</a:t>
            </a:r>
            <a:r>
              <a:rPr altLang="en-IN" lang="en-US">
                <a:solidFill>
                  <a:srgbClr val="800000"/>
                </a:solidFill>
              </a:rPr>
              <a:t>r</a:t>
            </a:r>
            <a:r>
              <a:rPr altLang="en-IN" lang="en-US">
                <a:solidFill>
                  <a:srgbClr val="800000"/>
                </a:solidFill>
              </a:rPr>
              <a:t>s</a:t>
            </a:r>
            <a:r>
              <a:rPr altLang="en-IN" lang="en-US">
                <a:solidFill>
                  <a:srgbClr val="800000"/>
                </a:solidFill>
              </a:rPr>
              <a:t>e</a:t>
            </a:r>
            <a:r>
              <a:rPr altLang="en-IN" lang="en-US">
                <a:solidFill>
                  <a:srgbClr val="800000"/>
                </a:solidFill>
              </a:rPr>
              <a:t> </a:t>
            </a:r>
            <a:r>
              <a:rPr altLang="en-IN" lang="en-US">
                <a:solidFill>
                  <a:srgbClr val="800000"/>
                </a:solidFill>
              </a:rPr>
              <a:t>C</a:t>
            </a:r>
            <a:r>
              <a:rPr altLang="en-IN" lang="en-US">
                <a:solidFill>
                  <a:srgbClr val="800000"/>
                </a:solidFill>
              </a:rPr>
              <a:t>o</a:t>
            </a:r>
            <a:r>
              <a:rPr altLang="en-IN" lang="en-US">
                <a:solidFill>
                  <a:srgbClr val="800000"/>
                </a:solidFill>
              </a:rPr>
              <a:t>n</a:t>
            </a:r>
            <a:r>
              <a:rPr altLang="en-IN" lang="en-US">
                <a:solidFill>
                  <a:srgbClr val="800000"/>
                </a:solidFill>
              </a:rPr>
              <a:t>s</a:t>
            </a:r>
            <a:r>
              <a:rPr altLang="en-IN" lang="en-US">
                <a:solidFill>
                  <a:srgbClr val="800000"/>
                </a:solidFill>
              </a:rPr>
              <a:t>u</a:t>
            </a:r>
            <a:r>
              <a:rPr altLang="en-IN" lang="en-US">
                <a:solidFill>
                  <a:srgbClr val="800000"/>
                </a:solidFill>
              </a:rPr>
              <a:t>l</a:t>
            </a:r>
            <a:r>
              <a:rPr altLang="en-IN" lang="en-US">
                <a:solidFill>
                  <a:srgbClr val="800000"/>
                </a:solidFill>
              </a:rPr>
              <a:t>t</a:t>
            </a:r>
            <a:r>
              <a:rPr altLang="en-IN" lang="en-US">
                <a:solidFill>
                  <a:srgbClr val="800000"/>
                </a:solidFill>
              </a:rPr>
              <a:t>a</a:t>
            </a:r>
            <a:r>
              <a:rPr altLang="en-IN" lang="en-US">
                <a:solidFill>
                  <a:srgbClr val="800000"/>
                </a:solidFill>
              </a:rPr>
              <a:t>n</a:t>
            </a:r>
            <a:r>
              <a:rPr altLang="en-IN" lang="en-US">
                <a:solidFill>
                  <a:srgbClr val="800000"/>
                </a:solidFill>
              </a:rPr>
              <a:t>t</a:t>
            </a:r>
            <a:r>
              <a:rPr altLang="en-IN" lang="en-US">
                <a:solidFill>
                  <a:srgbClr val="800000"/>
                </a:solidFill>
              </a:rPr>
              <a:t> </a:t>
            </a:r>
            <a:r>
              <a:rPr altLang="en-IN" lang="en-US">
                <a:solidFill>
                  <a:srgbClr val="800000"/>
                </a:solidFill>
              </a:rPr>
              <a:t>/</a:t>
            </a:r>
            <a:r>
              <a:rPr altLang="en-IN" lang="en-US">
                <a:solidFill>
                  <a:srgbClr val="800000"/>
                </a:solidFill>
              </a:rPr>
              <a:t>N</a:t>
            </a:r>
            <a:r>
              <a:rPr altLang="en-IN" lang="en-US">
                <a:solidFill>
                  <a:srgbClr val="800000"/>
                </a:solidFill>
              </a:rPr>
              <a:t>u</a:t>
            </a:r>
            <a:r>
              <a:rPr altLang="en-IN" lang="en-US">
                <a:solidFill>
                  <a:srgbClr val="800000"/>
                </a:solidFill>
              </a:rPr>
              <a:t>r</a:t>
            </a:r>
            <a:r>
              <a:rPr altLang="en-IN" lang="en-US">
                <a:solidFill>
                  <a:srgbClr val="800000"/>
                </a:solidFill>
              </a:rPr>
              <a:t>s</a:t>
            </a:r>
            <a:r>
              <a:rPr altLang="en-IN" lang="en-US">
                <a:solidFill>
                  <a:srgbClr val="800000"/>
                </a:solidFill>
              </a:rPr>
              <a:t>e</a:t>
            </a:r>
            <a:r>
              <a:rPr altLang="en-IN" lang="en-US">
                <a:solidFill>
                  <a:srgbClr val="800000"/>
                </a:solidFill>
              </a:rPr>
              <a:t> </a:t>
            </a:r>
            <a:r>
              <a:rPr altLang="en-IN" lang="en-US">
                <a:solidFill>
                  <a:srgbClr val="800000"/>
                </a:solidFill>
              </a:rPr>
              <a:t>A</a:t>
            </a:r>
            <a:r>
              <a:rPr altLang="en-IN" lang="en-US">
                <a:solidFill>
                  <a:srgbClr val="800000"/>
                </a:solidFill>
              </a:rPr>
              <a:t>t</a:t>
            </a:r>
            <a:r>
              <a:rPr altLang="en-IN" lang="en-US">
                <a:solidFill>
                  <a:srgbClr val="800000"/>
                </a:solidFill>
              </a:rPr>
              <a:t>t</a:t>
            </a:r>
            <a:r>
              <a:rPr altLang="en-IN" lang="en-US">
                <a:solidFill>
                  <a:srgbClr val="800000"/>
                </a:solidFill>
              </a:rPr>
              <a:t>o</a:t>
            </a:r>
            <a:r>
              <a:rPr altLang="en-IN" lang="en-US">
                <a:solidFill>
                  <a:srgbClr val="800000"/>
                </a:solidFill>
              </a:rPr>
              <a:t>r</a:t>
            </a:r>
            <a:r>
              <a:rPr altLang="en-IN" lang="en-US">
                <a:solidFill>
                  <a:srgbClr val="800000"/>
                </a:solidFill>
              </a:rPr>
              <a:t>n</a:t>
            </a:r>
            <a:r>
              <a:rPr altLang="en-IN" lang="en-US">
                <a:solidFill>
                  <a:srgbClr val="800000"/>
                </a:solidFill>
              </a:rPr>
              <a:t>e</a:t>
            </a:r>
            <a:r>
              <a:rPr altLang="en-IN" lang="en-US">
                <a:solidFill>
                  <a:srgbClr val="800000"/>
                </a:solidFill>
              </a:rPr>
              <a:t>y</a:t>
            </a:r>
            <a:r>
              <a:rPr altLang="en-IN" lang="en-US">
                <a:solidFill>
                  <a:srgbClr val="800000"/>
                </a:solidFill>
              </a:rPr>
              <a:t> </a:t>
            </a:r>
            <a:endParaRPr lang="en-IN"/>
          </a:p>
          <a:p>
            <a:pPr indent="0" marL="0">
              <a:buNone/>
            </a:pPr>
            <a:r>
              <a:rPr altLang="en-IN" lang="en-US">
                <a:solidFill>
                  <a:srgbClr val="000000"/>
                </a:solidFill>
              </a:rPr>
              <a:t>Legal  consultant provide</a:t>
            </a:r>
            <a:r>
              <a:rPr altLang="en-IN" lang="en-US">
                <a:solidFill>
                  <a:srgbClr val="000000"/>
                </a:solidFill>
              </a:rPr>
              <a:t>s</a:t>
            </a:r>
            <a:r>
              <a:rPr altLang="en-IN" lang="en-US">
                <a:solidFill>
                  <a:srgbClr val="000000"/>
                </a:solidFill>
              </a:rPr>
              <a:t> </a:t>
            </a:r>
            <a:r>
              <a:rPr altLang="en-IN" lang="en-US">
                <a:solidFill>
                  <a:srgbClr val="000000"/>
                </a:solidFill>
              </a:rPr>
              <a:t>education to health care</a:t>
            </a:r>
            <a:r>
              <a:rPr altLang="en-IN" lang="en-US">
                <a:solidFill>
                  <a:srgbClr val="000000"/>
                </a:solidFill>
              </a:rPr>
              <a:t> </a:t>
            </a:r>
            <a:r>
              <a:rPr altLang="en-IN" lang="en-US">
                <a:solidFill>
                  <a:srgbClr val="000000"/>
                </a:solidFill>
              </a:rPr>
              <a:t>Pers</a:t>
            </a:r>
            <a:r>
              <a:rPr altLang="en-IN" lang="en-US">
                <a:solidFill>
                  <a:srgbClr val="000000"/>
                </a:solidFill>
              </a:rPr>
              <a:t>o</a:t>
            </a:r>
            <a:r>
              <a:rPr altLang="en-IN" lang="en-US">
                <a:solidFill>
                  <a:srgbClr val="000000"/>
                </a:solidFill>
              </a:rPr>
              <a:t>n</a:t>
            </a:r>
            <a:r>
              <a:rPr altLang="en-IN" lang="en-US">
                <a:solidFill>
                  <a:srgbClr val="000000"/>
                </a:solidFill>
              </a:rPr>
              <a:t>n</a:t>
            </a:r>
            <a:r>
              <a:rPr altLang="en-IN" lang="en-US">
                <a:solidFill>
                  <a:srgbClr val="000000"/>
                </a:solidFill>
              </a:rPr>
              <a:t>e</a:t>
            </a:r>
            <a:r>
              <a:rPr altLang="en-IN" lang="en-US">
                <a:solidFill>
                  <a:srgbClr val="000000"/>
                </a:solidFill>
              </a:rPr>
              <a:t>l</a:t>
            </a:r>
            <a:r>
              <a:rPr altLang="en-IN" lang="en-US">
                <a:solidFill>
                  <a:srgbClr val="000000"/>
                </a:solidFill>
              </a:rPr>
              <a:t> </a:t>
            </a:r>
            <a:r>
              <a:rPr altLang="en-IN" lang="en-US">
                <a:solidFill>
                  <a:srgbClr val="000000"/>
                </a:solidFill>
              </a:rPr>
              <a:t>about identification</a:t>
            </a:r>
            <a:r>
              <a:rPr altLang="en-IN" lang="en-US">
                <a:solidFill>
                  <a:srgbClr val="000000"/>
                </a:solidFill>
              </a:rPr>
              <a:t>,</a:t>
            </a:r>
            <a:r>
              <a:rPr altLang="en-IN" lang="en-US">
                <a:solidFill>
                  <a:srgbClr val="000000"/>
                </a:solidFill>
              </a:rPr>
              <a:t> </a:t>
            </a:r>
            <a:r>
              <a:rPr altLang="en-IN" lang="en-US">
                <a:solidFill>
                  <a:srgbClr val="000000"/>
                </a:solidFill>
              </a:rPr>
              <a:t>analysis</a:t>
            </a:r>
            <a:r>
              <a:rPr altLang="en-IN" lang="en-US">
                <a:solidFill>
                  <a:srgbClr val="000000"/>
                </a:solidFill>
              </a:rPr>
              <a:t>,</a:t>
            </a:r>
            <a:r>
              <a:rPr altLang="en-IN" lang="en-US">
                <a:solidFill>
                  <a:srgbClr val="000000"/>
                </a:solidFill>
              </a:rPr>
              <a:t>preservation </a:t>
            </a:r>
            <a:r>
              <a:rPr altLang="en-IN" lang="en-US">
                <a:solidFill>
                  <a:srgbClr val="000000"/>
                </a:solidFill>
              </a:rPr>
              <a:t>,</a:t>
            </a:r>
            <a:r>
              <a:rPr altLang="en-IN" lang="en-US">
                <a:solidFill>
                  <a:srgbClr val="000000"/>
                </a:solidFill>
              </a:rPr>
              <a:t>documentation of personal injury</a:t>
            </a:r>
            <a:r>
              <a:rPr altLang="en-IN" lang="en-US">
                <a:solidFill>
                  <a:srgbClr val="000000"/>
                </a:solidFill>
              </a:rPr>
              <a:t>,</a:t>
            </a:r>
            <a:r>
              <a:rPr altLang="en-IN" lang="en-US">
                <a:solidFill>
                  <a:srgbClr val="000000"/>
                </a:solidFill>
              </a:rPr>
              <a:t> </a:t>
            </a:r>
            <a:r>
              <a:rPr altLang="en-IN" lang="en-US">
                <a:solidFill>
                  <a:srgbClr val="000000"/>
                </a:solidFill>
              </a:rPr>
              <a:t>m</a:t>
            </a:r>
            <a:r>
              <a:rPr altLang="en-IN" lang="en-US">
                <a:solidFill>
                  <a:srgbClr val="000000"/>
                </a:solidFill>
              </a:rPr>
              <a:t>alpractice</a:t>
            </a:r>
            <a:r>
              <a:rPr altLang="en-IN" lang="en-US">
                <a:solidFill>
                  <a:srgbClr val="000000"/>
                </a:solidFill>
              </a:rPr>
              <a:t>,</a:t>
            </a:r>
            <a:r>
              <a:rPr altLang="en-IN" lang="en-US">
                <a:solidFill>
                  <a:srgbClr val="000000"/>
                </a:solidFill>
              </a:rPr>
              <a:t>among all </a:t>
            </a:r>
            <a:r>
              <a:rPr altLang="en-IN" lang="en-US">
                <a:solidFill>
                  <a:srgbClr val="000000"/>
                </a:solidFill>
              </a:rPr>
              <a:t>l</a:t>
            </a:r>
            <a:r>
              <a:rPr altLang="en-IN" lang="en-US">
                <a:solidFill>
                  <a:srgbClr val="000000"/>
                </a:solidFill>
              </a:rPr>
              <a:t>e</a:t>
            </a:r>
            <a:r>
              <a:rPr altLang="en-IN" lang="en-US">
                <a:solidFill>
                  <a:srgbClr val="000000"/>
                </a:solidFill>
              </a:rPr>
              <a:t>g</a:t>
            </a:r>
            <a:r>
              <a:rPr altLang="en-IN" lang="en-US">
                <a:solidFill>
                  <a:srgbClr val="000000"/>
                </a:solidFill>
              </a:rPr>
              <a:t>a</a:t>
            </a:r>
            <a:r>
              <a:rPr altLang="en-IN" lang="en-US">
                <a:solidFill>
                  <a:srgbClr val="000000"/>
                </a:solidFill>
              </a:rPr>
              <a:t>l</a:t>
            </a:r>
            <a:r>
              <a:rPr altLang="en-IN" lang="en-US">
                <a:solidFill>
                  <a:srgbClr val="000000"/>
                </a:solidFill>
              </a:rPr>
              <a:t> </a:t>
            </a:r>
            <a:r>
              <a:rPr altLang="en-IN" lang="en-US">
                <a:solidFill>
                  <a:srgbClr val="000000"/>
                </a:solidFill>
              </a:rPr>
              <a:t>issues related to medic</a:t>
            </a:r>
            <a:r>
              <a:rPr altLang="en-IN" lang="en-US">
                <a:solidFill>
                  <a:srgbClr val="000000"/>
                </a:solidFill>
              </a:rPr>
              <a:t>o</a:t>
            </a:r>
            <a:r>
              <a:rPr altLang="en-IN" lang="en-US">
                <a:solidFill>
                  <a:srgbClr val="000000"/>
                </a:solidFill>
              </a:rPr>
              <a:t>l</a:t>
            </a:r>
            <a:r>
              <a:rPr altLang="en-IN" lang="en-US">
                <a:solidFill>
                  <a:srgbClr val="000000"/>
                </a:solidFill>
              </a:rPr>
              <a:t>e</a:t>
            </a:r>
            <a:r>
              <a:rPr altLang="en-IN" lang="en-US">
                <a:solidFill>
                  <a:srgbClr val="000000"/>
                </a:solidFill>
              </a:rPr>
              <a:t>g</a:t>
            </a:r>
            <a:r>
              <a:rPr altLang="en-IN" lang="en-US">
                <a:solidFill>
                  <a:srgbClr val="000000"/>
                </a:solidFill>
              </a:rPr>
              <a:t>a</a:t>
            </a:r>
            <a:r>
              <a:rPr altLang="en-IN" lang="en-US">
                <a:solidFill>
                  <a:srgbClr val="000000"/>
                </a:solidFill>
              </a:rPr>
              <a:t>l</a:t>
            </a:r>
            <a:r>
              <a:rPr altLang="en-IN" lang="en-US">
                <a:solidFill>
                  <a:srgbClr val="000000"/>
                </a:solidFill>
              </a:rPr>
              <a:t> cases.</a:t>
            </a:r>
            <a:endParaRPr lang="en-IN">
              <a:solidFill>
                <a:srgbClr val="000000"/>
              </a:solidFill>
            </a:endParaRPr>
          </a:p>
          <a:p>
            <a:pPr indent="0" marL="0">
              <a:buNone/>
            </a:pPr>
            <a:r>
              <a:rPr altLang="en-IN" lang="en-US">
                <a:solidFill>
                  <a:srgbClr val="000000"/>
                </a:solidFill>
              </a:rPr>
              <a:t> N</a:t>
            </a:r>
            <a:r>
              <a:rPr altLang="en-IN" lang="en-US">
                <a:solidFill>
                  <a:srgbClr val="000000"/>
                </a:solidFill>
              </a:rPr>
              <a:t>u</a:t>
            </a:r>
            <a:r>
              <a:rPr altLang="en-IN" lang="en-US">
                <a:solidFill>
                  <a:srgbClr val="000000"/>
                </a:solidFill>
              </a:rPr>
              <a:t>r</a:t>
            </a:r>
            <a:r>
              <a:rPr altLang="en-IN" lang="en-US">
                <a:solidFill>
                  <a:srgbClr val="000000"/>
                </a:solidFill>
              </a:rPr>
              <a:t>s</a:t>
            </a:r>
            <a:r>
              <a:rPr altLang="en-IN" lang="en-US">
                <a:solidFill>
                  <a:srgbClr val="000000"/>
                </a:solidFill>
              </a:rPr>
              <a:t>e</a:t>
            </a:r>
            <a:r>
              <a:rPr altLang="en-IN" lang="en-US">
                <a:solidFill>
                  <a:srgbClr val="000000"/>
                </a:solidFill>
              </a:rPr>
              <a:t> </a:t>
            </a:r>
            <a:r>
              <a:rPr altLang="en-IN" lang="en-US">
                <a:solidFill>
                  <a:srgbClr val="000000"/>
                </a:solidFill>
              </a:rPr>
              <a:t>attorney is a r</a:t>
            </a:r>
            <a:r>
              <a:rPr altLang="en-IN" lang="en-US">
                <a:solidFill>
                  <a:srgbClr val="000000"/>
                </a:solidFill>
              </a:rPr>
              <a:t>e</a:t>
            </a:r>
            <a:r>
              <a:rPr altLang="en-IN" lang="en-US">
                <a:solidFill>
                  <a:srgbClr val="000000"/>
                </a:solidFill>
              </a:rPr>
              <a:t>g</a:t>
            </a:r>
            <a:r>
              <a:rPr altLang="en-IN" lang="en-US">
                <a:solidFill>
                  <a:srgbClr val="000000"/>
                </a:solidFill>
              </a:rPr>
              <a:t>i</a:t>
            </a:r>
            <a:r>
              <a:rPr altLang="en-IN" lang="en-US">
                <a:solidFill>
                  <a:srgbClr val="000000"/>
                </a:solidFill>
              </a:rPr>
              <a:t>s</a:t>
            </a:r>
            <a:r>
              <a:rPr altLang="en-IN" lang="en-US">
                <a:solidFill>
                  <a:srgbClr val="000000"/>
                </a:solidFill>
              </a:rPr>
              <a:t>t</a:t>
            </a:r>
            <a:r>
              <a:rPr altLang="en-IN" lang="en-US">
                <a:solidFill>
                  <a:srgbClr val="000000"/>
                </a:solidFill>
              </a:rPr>
              <a:t>e</a:t>
            </a:r>
            <a:r>
              <a:rPr altLang="en-IN" lang="en-US">
                <a:solidFill>
                  <a:srgbClr val="000000"/>
                </a:solidFill>
              </a:rPr>
              <a:t>r</a:t>
            </a:r>
            <a:r>
              <a:rPr altLang="en-IN" lang="en-US">
                <a:solidFill>
                  <a:srgbClr val="000000"/>
                </a:solidFill>
              </a:rPr>
              <a:t>e</a:t>
            </a:r>
            <a:r>
              <a:rPr altLang="en-IN" lang="en-US">
                <a:solidFill>
                  <a:srgbClr val="000000"/>
                </a:solidFill>
              </a:rPr>
              <a:t>d</a:t>
            </a:r>
            <a:r>
              <a:rPr altLang="en-IN" lang="en-US">
                <a:solidFill>
                  <a:srgbClr val="000000"/>
                </a:solidFill>
              </a:rPr>
              <a:t> </a:t>
            </a:r>
            <a:r>
              <a:rPr altLang="en-IN" lang="en-US">
                <a:solidFill>
                  <a:srgbClr val="000000"/>
                </a:solidFill>
              </a:rPr>
              <a:t>n</a:t>
            </a:r>
            <a:r>
              <a:rPr altLang="en-IN" lang="en-US">
                <a:solidFill>
                  <a:srgbClr val="000000"/>
                </a:solidFill>
              </a:rPr>
              <a:t>u</a:t>
            </a:r>
            <a:r>
              <a:rPr altLang="en-IN" lang="en-US">
                <a:solidFill>
                  <a:srgbClr val="000000"/>
                </a:solidFill>
              </a:rPr>
              <a:t>r</a:t>
            </a:r>
            <a:r>
              <a:rPr altLang="en-IN" lang="en-US">
                <a:solidFill>
                  <a:srgbClr val="000000"/>
                </a:solidFill>
              </a:rPr>
              <a:t>s</a:t>
            </a:r>
            <a:r>
              <a:rPr altLang="en-IN" lang="en-US">
                <a:solidFill>
                  <a:srgbClr val="000000"/>
                </a:solidFill>
              </a:rPr>
              <a:t>e</a:t>
            </a:r>
            <a:r>
              <a:rPr altLang="en-IN" lang="en-US">
                <a:solidFill>
                  <a:srgbClr val="000000"/>
                </a:solidFill>
              </a:rPr>
              <a:t> </a:t>
            </a:r>
            <a:r>
              <a:rPr altLang="en-IN" lang="en-US">
                <a:solidFill>
                  <a:srgbClr val="000000"/>
                </a:solidFill>
              </a:rPr>
              <a:t>with a doctorate </a:t>
            </a:r>
            <a:r>
              <a:rPr altLang="en-IN" lang="en-US">
                <a:solidFill>
                  <a:srgbClr val="000000"/>
                </a:solidFill>
              </a:rPr>
              <a:t>d</a:t>
            </a:r>
            <a:r>
              <a:rPr altLang="en-IN" lang="en-US">
                <a:solidFill>
                  <a:srgbClr val="000000"/>
                </a:solidFill>
              </a:rPr>
              <a:t>egree who trained as an </a:t>
            </a:r>
            <a:r>
              <a:rPr altLang="en-IN" lang="en-US">
                <a:solidFill>
                  <a:srgbClr val="000000"/>
                </a:solidFill>
              </a:rPr>
              <a:t>a</a:t>
            </a:r>
            <a:r>
              <a:rPr altLang="en-IN" lang="en-US">
                <a:solidFill>
                  <a:srgbClr val="000000"/>
                </a:solidFill>
              </a:rPr>
              <a:t>t</a:t>
            </a:r>
            <a:r>
              <a:rPr altLang="en-IN" lang="en-US">
                <a:solidFill>
                  <a:srgbClr val="000000"/>
                </a:solidFill>
              </a:rPr>
              <a:t>t</a:t>
            </a:r>
            <a:r>
              <a:rPr altLang="en-IN" lang="en-US">
                <a:solidFill>
                  <a:srgbClr val="000000"/>
                </a:solidFill>
              </a:rPr>
              <a:t>o</a:t>
            </a:r>
            <a:r>
              <a:rPr altLang="en-IN" lang="en-US">
                <a:solidFill>
                  <a:srgbClr val="000000"/>
                </a:solidFill>
              </a:rPr>
              <a:t>r</a:t>
            </a:r>
            <a:r>
              <a:rPr altLang="en-IN" lang="en-US">
                <a:solidFill>
                  <a:srgbClr val="000000"/>
                </a:solidFill>
              </a:rPr>
              <a:t>n</a:t>
            </a:r>
            <a:r>
              <a:rPr altLang="en-IN" lang="en-US">
                <a:solidFill>
                  <a:srgbClr val="000000"/>
                </a:solidFill>
              </a:rPr>
              <a:t>e</a:t>
            </a:r>
            <a:r>
              <a:rPr altLang="en-IN" lang="en-US">
                <a:solidFill>
                  <a:srgbClr val="000000"/>
                </a:solidFill>
              </a:rPr>
              <a:t>y</a:t>
            </a:r>
            <a:r>
              <a:rPr altLang="en-IN" lang="en-US">
                <a:solidFill>
                  <a:srgbClr val="000000"/>
                </a:solidFill>
              </a:rPr>
              <a:t> </a:t>
            </a:r>
            <a:r>
              <a:rPr altLang="en-IN" lang="en-US">
                <a:solidFill>
                  <a:srgbClr val="000000"/>
                </a:solidFill>
              </a:rPr>
              <a:t>law </a:t>
            </a:r>
            <a:r>
              <a:rPr altLang="en-IN" lang="en-US">
                <a:solidFill>
                  <a:srgbClr val="000000"/>
                </a:solidFill>
              </a:rPr>
              <a:t>,</a:t>
            </a:r>
            <a:r>
              <a:rPr altLang="en-IN" lang="en-US">
                <a:solidFill>
                  <a:srgbClr val="000000"/>
                </a:solidFill>
              </a:rPr>
              <a:t>and also has specialisation in civil and criminal cases involving health care</a:t>
            </a:r>
            <a:r>
              <a:rPr altLang="en-IN" lang="en-US">
                <a:solidFill>
                  <a:srgbClr val="000000"/>
                </a:solidFill>
              </a:rPr>
              <a:t> </a:t>
            </a:r>
            <a:r>
              <a:rPr altLang="en-IN" lang="en-US">
                <a:solidFill>
                  <a:srgbClr val="000000"/>
                </a:solidFill>
              </a:rPr>
              <a:t>r</a:t>
            </a:r>
            <a:r>
              <a:rPr altLang="en-IN" lang="en-US">
                <a:solidFill>
                  <a:srgbClr val="000000"/>
                </a:solidFill>
              </a:rPr>
              <a:t>e</a:t>
            </a:r>
            <a:r>
              <a:rPr altLang="en-IN" lang="en-US">
                <a:solidFill>
                  <a:srgbClr val="000000"/>
                </a:solidFill>
              </a:rPr>
              <a:t>l</a:t>
            </a:r>
            <a:r>
              <a:rPr altLang="en-IN" lang="en-US">
                <a:solidFill>
                  <a:srgbClr val="000000"/>
                </a:solidFill>
              </a:rPr>
              <a:t>a</a:t>
            </a:r>
            <a:r>
              <a:rPr altLang="en-IN" lang="en-US">
                <a:solidFill>
                  <a:srgbClr val="000000"/>
                </a:solidFill>
              </a:rPr>
              <a:t>t</a:t>
            </a:r>
            <a:r>
              <a:rPr altLang="en-IN" lang="en-US">
                <a:solidFill>
                  <a:srgbClr val="000000"/>
                </a:solidFill>
              </a:rPr>
              <a:t>e</a:t>
            </a:r>
            <a:r>
              <a:rPr altLang="en-IN" lang="en-US">
                <a:solidFill>
                  <a:srgbClr val="000000"/>
                </a:solidFill>
              </a:rPr>
              <a:t>d</a:t>
            </a:r>
            <a:r>
              <a:rPr altLang="en-IN" lang="en-US">
                <a:solidFill>
                  <a:srgbClr val="000000"/>
                </a:solidFill>
              </a:rPr>
              <a:t> </a:t>
            </a:r>
            <a:r>
              <a:rPr altLang="en-IN" lang="en-US">
                <a:solidFill>
                  <a:srgbClr val="000000"/>
                </a:solidFill>
              </a:rPr>
              <a:t> problems.  They interact with the people who are </a:t>
            </a:r>
            <a:r>
              <a:rPr altLang="en-IN" lang="en-US">
                <a:solidFill>
                  <a:srgbClr val="000000"/>
                </a:solidFill>
              </a:rPr>
              <a:t>v</a:t>
            </a:r>
            <a:r>
              <a:rPr altLang="en-IN" lang="en-US">
                <a:solidFill>
                  <a:srgbClr val="000000"/>
                </a:solidFill>
              </a:rPr>
              <a:t>u</a:t>
            </a:r>
            <a:r>
              <a:rPr altLang="en-IN" lang="en-US">
                <a:solidFill>
                  <a:srgbClr val="000000"/>
                </a:solidFill>
              </a:rPr>
              <a:t>l</a:t>
            </a:r>
            <a:r>
              <a:rPr altLang="en-IN" lang="en-US">
                <a:solidFill>
                  <a:srgbClr val="000000"/>
                </a:solidFill>
              </a:rPr>
              <a:t>n</a:t>
            </a:r>
            <a:r>
              <a:rPr altLang="en-IN" lang="en-US">
                <a:solidFill>
                  <a:srgbClr val="000000"/>
                </a:solidFill>
              </a:rPr>
              <a:t>e</a:t>
            </a:r>
            <a:r>
              <a:rPr altLang="en-IN" lang="en-US">
                <a:solidFill>
                  <a:srgbClr val="000000"/>
                </a:solidFill>
              </a:rPr>
              <a:t>r</a:t>
            </a:r>
            <a:r>
              <a:rPr altLang="en-IN" lang="en-US">
                <a:solidFill>
                  <a:srgbClr val="000000"/>
                </a:solidFill>
              </a:rPr>
              <a:t>a</a:t>
            </a:r>
            <a:r>
              <a:rPr altLang="en-IN" lang="en-US">
                <a:solidFill>
                  <a:srgbClr val="000000"/>
                </a:solidFill>
              </a:rPr>
              <a:t>b</a:t>
            </a:r>
            <a:r>
              <a:rPr altLang="en-IN" lang="en-US">
                <a:solidFill>
                  <a:srgbClr val="000000"/>
                </a:solidFill>
              </a:rPr>
              <a:t>l</a:t>
            </a:r>
            <a:r>
              <a:rPr altLang="en-IN" lang="en-US">
                <a:solidFill>
                  <a:srgbClr val="000000"/>
                </a:solidFill>
              </a:rPr>
              <a:t>e</a:t>
            </a:r>
            <a:r>
              <a:rPr altLang="en-IN" lang="en-US">
                <a:solidFill>
                  <a:srgbClr val="000000"/>
                </a:solidFill>
              </a:rPr>
              <a:t> </a:t>
            </a:r>
            <a:r>
              <a:rPr altLang="en-IN" lang="en-US">
                <a:solidFill>
                  <a:srgbClr val="000000"/>
                </a:solidFill>
              </a:rPr>
              <a:t>,</a:t>
            </a:r>
            <a:r>
              <a:rPr altLang="en-IN" lang="en-US">
                <a:solidFill>
                  <a:srgbClr val="000000"/>
                </a:solidFill>
              </a:rPr>
              <a:t>w</a:t>
            </a:r>
            <a:r>
              <a:rPr altLang="en-IN" lang="en-US">
                <a:solidFill>
                  <a:srgbClr val="000000"/>
                </a:solidFill>
              </a:rPr>
              <a:t>ho ha</a:t>
            </a:r>
            <a:r>
              <a:rPr altLang="en-IN" lang="en-US">
                <a:solidFill>
                  <a:srgbClr val="000000"/>
                </a:solidFill>
              </a:rPr>
              <a:t>s</a:t>
            </a:r>
            <a:r>
              <a:rPr altLang="en-IN" lang="en-US">
                <a:solidFill>
                  <a:srgbClr val="000000"/>
                </a:solidFill>
              </a:rPr>
              <a:t> been injured or trauma</a:t>
            </a:r>
            <a:r>
              <a:rPr altLang="en-IN" lang="en-US">
                <a:solidFill>
                  <a:srgbClr val="000000"/>
                </a:solidFill>
              </a:rPr>
              <a:t>t</a:t>
            </a:r>
            <a:r>
              <a:rPr altLang="en-IN" lang="en-US">
                <a:solidFill>
                  <a:srgbClr val="000000"/>
                </a:solidFill>
              </a:rPr>
              <a:t>i</a:t>
            </a:r>
            <a:r>
              <a:rPr altLang="en-IN" lang="en-US">
                <a:solidFill>
                  <a:srgbClr val="000000"/>
                </a:solidFill>
              </a:rPr>
              <a:t>z</a:t>
            </a:r>
            <a:r>
              <a:rPr altLang="en-IN" lang="en-US">
                <a:solidFill>
                  <a:srgbClr val="000000"/>
                </a:solidFill>
              </a:rPr>
              <a:t>e</a:t>
            </a:r>
            <a:r>
              <a:rPr altLang="en-IN" lang="en-US">
                <a:solidFill>
                  <a:srgbClr val="000000"/>
                </a:solidFill>
              </a:rPr>
              <a:t>d</a:t>
            </a:r>
            <a:r>
              <a:rPr altLang="en-IN" lang="en-US">
                <a:solidFill>
                  <a:srgbClr val="000000"/>
                </a:solidFill>
              </a:rPr>
              <a:t>.</a:t>
            </a:r>
            <a:endParaRPr lang="en-IN">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14" name=""/>
          <p:cNvSpPr>
            <a:spLocks noGrp="1"/>
          </p:cNvSpPr>
          <p:nvPr>
            <p:ph idx="1"/>
          </p:nvPr>
        </p:nvSpPr>
        <p:spPr/>
        <p:txBody>
          <a:bodyPr/>
          <a:p>
            <a:pPr indent="0" marL="0">
              <a:buNone/>
            </a:pPr>
            <a:r>
              <a:rPr altLang="en-IN" lang="en-US">
                <a:solidFill>
                  <a:srgbClr val="800000"/>
                </a:solidFill>
              </a:rPr>
              <a:t>Nurse</a:t>
            </a:r>
            <a:r>
              <a:rPr altLang="en-IN" lang="en-US">
                <a:solidFill>
                  <a:srgbClr val="800000"/>
                </a:solidFill>
              </a:rPr>
              <a:t> </a:t>
            </a:r>
            <a:r>
              <a:rPr altLang="en-IN" lang="en-US">
                <a:solidFill>
                  <a:srgbClr val="800000"/>
                </a:solidFill>
              </a:rPr>
              <a:t>C</a:t>
            </a:r>
            <a:r>
              <a:rPr altLang="en-IN" lang="en-US">
                <a:solidFill>
                  <a:srgbClr val="800000"/>
                </a:solidFill>
              </a:rPr>
              <a:t>o</a:t>
            </a:r>
            <a:r>
              <a:rPr altLang="en-IN" lang="en-US">
                <a:solidFill>
                  <a:srgbClr val="800000"/>
                </a:solidFill>
              </a:rPr>
              <a:t>r</a:t>
            </a:r>
            <a:r>
              <a:rPr altLang="en-IN" lang="en-US">
                <a:solidFill>
                  <a:srgbClr val="800000"/>
                </a:solidFill>
              </a:rPr>
              <a:t>o</a:t>
            </a:r>
            <a:r>
              <a:rPr altLang="en-IN" lang="en-US">
                <a:solidFill>
                  <a:srgbClr val="800000"/>
                </a:solidFill>
              </a:rPr>
              <a:t>n</a:t>
            </a:r>
            <a:r>
              <a:rPr altLang="en-IN" lang="en-US">
                <a:solidFill>
                  <a:srgbClr val="800000"/>
                </a:solidFill>
              </a:rPr>
              <a:t>e</a:t>
            </a:r>
            <a:r>
              <a:rPr altLang="en-IN" lang="en-US">
                <a:solidFill>
                  <a:srgbClr val="800000"/>
                </a:solidFill>
              </a:rPr>
              <a:t>r</a:t>
            </a:r>
            <a:endParaRPr lang="en-IN"/>
          </a:p>
          <a:p>
            <a:pPr indent="0" marL="0">
              <a:buNone/>
            </a:pPr>
            <a:r>
              <a:rPr altLang="en-IN" lang="en-US"/>
              <a:t>A</a:t>
            </a:r>
            <a:r>
              <a:rPr altLang="en-IN" lang="en-US"/>
              <a:t> </a:t>
            </a:r>
            <a:r>
              <a:rPr altLang="en-IN" lang="en-US"/>
              <a:t>N</a:t>
            </a:r>
            <a:r>
              <a:rPr altLang="en-IN" lang="en-US"/>
              <a:t>u</a:t>
            </a:r>
            <a:r>
              <a:rPr altLang="en-IN" lang="en-US"/>
              <a:t>r</a:t>
            </a:r>
            <a:r>
              <a:rPr altLang="en-IN" lang="en-US"/>
              <a:t>s</a:t>
            </a:r>
            <a:r>
              <a:rPr altLang="en-IN" lang="en-US"/>
              <a:t>e</a:t>
            </a:r>
            <a:r>
              <a:rPr altLang="en-IN" lang="en-US"/>
              <a:t> </a:t>
            </a:r>
            <a:r>
              <a:rPr altLang="en-IN" lang="en-US"/>
              <a:t>C</a:t>
            </a:r>
            <a:r>
              <a:rPr altLang="en-IN" lang="en-US"/>
              <a:t>o</a:t>
            </a:r>
            <a:r>
              <a:rPr altLang="en-IN" lang="en-US"/>
              <a:t>r</a:t>
            </a:r>
            <a:r>
              <a:rPr altLang="en-IN" lang="en-US"/>
              <a:t>o</a:t>
            </a:r>
            <a:r>
              <a:rPr altLang="en-IN" lang="en-US"/>
              <a:t>n</a:t>
            </a:r>
            <a:r>
              <a:rPr altLang="en-IN" lang="en-US"/>
              <a:t>e</a:t>
            </a:r>
            <a:r>
              <a:rPr altLang="en-IN" lang="en-US"/>
              <a:t>r</a:t>
            </a:r>
            <a:r>
              <a:rPr altLang="en-IN" lang="en-US"/>
              <a:t> </a:t>
            </a:r>
            <a:r>
              <a:rPr altLang="en-IN" lang="en-US"/>
              <a:t>i</a:t>
            </a:r>
            <a:r>
              <a:rPr altLang="en-IN" lang="en-US"/>
              <a:t>s</a:t>
            </a:r>
            <a:r>
              <a:rPr altLang="en-IN" lang="en-US"/>
              <a:t> </a:t>
            </a:r>
            <a:r>
              <a:rPr altLang="en-IN" lang="en-US"/>
              <a:t>a</a:t>
            </a:r>
            <a:r>
              <a:rPr altLang="en-IN" lang="en-US"/>
              <a:t> </a:t>
            </a:r>
            <a:r>
              <a:rPr altLang="en-IN" lang="en-US"/>
              <a:t>t</a:t>
            </a:r>
            <a:r>
              <a:rPr altLang="en-IN" lang="en-US"/>
              <a:t>y</a:t>
            </a:r>
            <a:r>
              <a:rPr altLang="en-IN" lang="en-US"/>
              <a:t>p</a:t>
            </a:r>
            <a:r>
              <a:rPr altLang="en-IN" lang="en-US"/>
              <a:t>e</a:t>
            </a:r>
            <a:r>
              <a:rPr altLang="en-IN" lang="en-US"/>
              <a:t> </a:t>
            </a:r>
            <a:r>
              <a:rPr altLang="en-IN" lang="en-US"/>
              <a:t>o</a:t>
            </a:r>
            <a:r>
              <a:rPr altLang="en-IN" lang="en-US"/>
              <a:t>f</a:t>
            </a:r>
            <a:r>
              <a:rPr altLang="en-IN" lang="en-US"/>
              <a:t> </a:t>
            </a:r>
            <a:r>
              <a:rPr altLang="en-IN" lang="en-US"/>
              <a:t> </a:t>
            </a:r>
            <a:r>
              <a:rPr altLang="en-IN" lang="en-US"/>
              <a:t>f</a:t>
            </a:r>
            <a:r>
              <a:rPr altLang="en-IN" lang="en-US"/>
              <a:t>o</a:t>
            </a:r>
            <a:r>
              <a:rPr altLang="en-IN" lang="en-US"/>
              <a:t>r</a:t>
            </a:r>
            <a:r>
              <a:rPr altLang="en-IN" lang="en-US"/>
              <a:t>e</a:t>
            </a:r>
            <a:r>
              <a:rPr altLang="en-IN" lang="en-US"/>
              <a:t>n</a:t>
            </a:r>
            <a:r>
              <a:rPr altLang="en-IN" lang="en-US"/>
              <a:t>s</a:t>
            </a:r>
            <a:r>
              <a:rPr altLang="en-IN" lang="en-US"/>
              <a:t>i</a:t>
            </a:r>
            <a:r>
              <a:rPr altLang="en-IN" lang="en-US"/>
              <a:t>c</a:t>
            </a:r>
            <a:r>
              <a:rPr altLang="en-IN" lang="en-US"/>
              <a:t> </a:t>
            </a:r>
            <a:r>
              <a:rPr altLang="en-IN" lang="en-US"/>
              <a:t>n</a:t>
            </a:r>
            <a:r>
              <a:rPr altLang="en-IN" lang="en-US"/>
              <a:t>u</a:t>
            </a:r>
            <a:r>
              <a:rPr altLang="en-IN" lang="en-US"/>
              <a:t>r</a:t>
            </a:r>
            <a:r>
              <a:rPr altLang="en-IN" lang="en-US"/>
              <a:t>s</a:t>
            </a:r>
            <a:r>
              <a:rPr altLang="en-IN" lang="en-US"/>
              <a:t>e</a:t>
            </a:r>
            <a:r>
              <a:rPr altLang="en-IN" lang="en-US"/>
              <a:t> </a:t>
            </a:r>
            <a:r>
              <a:rPr altLang="en-IN" lang="en-US"/>
              <a:t>w</a:t>
            </a:r>
            <a:r>
              <a:rPr altLang="en-IN" lang="en-US"/>
              <a:t>h</a:t>
            </a:r>
            <a:r>
              <a:rPr altLang="en-IN" lang="en-US"/>
              <a:t>o</a:t>
            </a:r>
            <a:r>
              <a:rPr altLang="en-IN" lang="en-US"/>
              <a:t> </a:t>
            </a:r>
            <a:r>
              <a:rPr altLang="en-IN" lang="en-US"/>
              <a:t>a</a:t>
            </a:r>
            <a:r>
              <a:rPr altLang="en-IN" lang="en-US"/>
              <a:t>s</a:t>
            </a:r>
            <a:r>
              <a:rPr altLang="en-IN" lang="en-US"/>
              <a:t>s</a:t>
            </a:r>
            <a:r>
              <a:rPr altLang="en-IN" lang="en-US"/>
              <a:t>i</a:t>
            </a:r>
            <a:r>
              <a:rPr altLang="en-IN" lang="en-US"/>
              <a:t>s</a:t>
            </a:r>
            <a:r>
              <a:rPr altLang="en-IN" lang="en-US"/>
              <a:t>t</a:t>
            </a:r>
            <a:r>
              <a:rPr altLang="en-IN" lang="en-US"/>
              <a:t>s</a:t>
            </a:r>
            <a:r>
              <a:rPr altLang="en-IN" lang="en-US"/>
              <a:t> </a:t>
            </a:r>
            <a:r>
              <a:rPr altLang="en-IN" lang="en-US"/>
              <a:t>t</a:t>
            </a:r>
            <a:r>
              <a:rPr altLang="en-IN" lang="en-US"/>
              <a:t>h</a:t>
            </a:r>
            <a:r>
              <a:rPr altLang="en-IN" lang="en-US"/>
              <a:t>e</a:t>
            </a:r>
            <a:r>
              <a:rPr altLang="en-IN" lang="en-US"/>
              <a:t> </a:t>
            </a:r>
            <a:r>
              <a:rPr altLang="en-IN" lang="en-US"/>
              <a:t>c</a:t>
            </a:r>
            <a:r>
              <a:rPr altLang="en-IN" lang="en-US"/>
              <a:t>o</a:t>
            </a:r>
            <a:r>
              <a:rPr altLang="en-IN" lang="en-US"/>
              <a:t>r</a:t>
            </a:r>
            <a:r>
              <a:rPr altLang="en-IN" lang="en-US"/>
              <a:t>o</a:t>
            </a:r>
            <a:r>
              <a:rPr altLang="en-IN" lang="en-US"/>
              <a:t>n</a:t>
            </a:r>
            <a:r>
              <a:rPr altLang="en-IN" lang="en-US"/>
              <a:t>e</a:t>
            </a:r>
            <a:r>
              <a:rPr altLang="en-IN" lang="en-US"/>
              <a:t>r</a:t>
            </a:r>
            <a:r>
              <a:rPr altLang="en-IN" lang="en-US"/>
              <a:t> </a:t>
            </a:r>
            <a:r>
              <a:rPr altLang="en-IN" lang="en-US"/>
              <a:t>i</a:t>
            </a:r>
            <a:r>
              <a:rPr altLang="en-IN" lang="en-US"/>
              <a:t>n</a:t>
            </a:r>
            <a:r>
              <a:rPr altLang="en-IN" lang="en-US"/>
              <a:t> </a:t>
            </a:r>
            <a:r>
              <a:rPr altLang="en-IN" lang="en-US"/>
              <a:t>d</a:t>
            </a:r>
            <a:r>
              <a:rPr altLang="en-IN" lang="en-US"/>
              <a:t>e</a:t>
            </a:r>
            <a:r>
              <a:rPr altLang="en-IN" lang="en-US"/>
              <a:t>t</a:t>
            </a:r>
            <a:r>
              <a:rPr altLang="en-IN" lang="en-US"/>
              <a:t>e</a:t>
            </a:r>
            <a:r>
              <a:rPr altLang="en-IN" lang="en-US"/>
              <a:t>r</a:t>
            </a:r>
            <a:r>
              <a:rPr altLang="en-IN" lang="en-US"/>
              <a:t>m</a:t>
            </a:r>
            <a:r>
              <a:rPr altLang="en-IN" lang="en-US"/>
              <a:t>i</a:t>
            </a:r>
            <a:r>
              <a:rPr altLang="en-IN" lang="en-US"/>
              <a:t>n</a:t>
            </a:r>
            <a:r>
              <a:rPr altLang="en-IN" lang="en-US"/>
              <a:t>i</a:t>
            </a:r>
            <a:r>
              <a:rPr altLang="en-IN" lang="en-US"/>
              <a:t>n</a:t>
            </a:r>
            <a:r>
              <a:rPr altLang="en-IN" lang="en-US"/>
              <a:t>g</a:t>
            </a:r>
            <a:r>
              <a:rPr altLang="en-IN" lang="en-US"/>
              <a:t> </a:t>
            </a:r>
            <a:r>
              <a:rPr altLang="en-IN" lang="en-US"/>
              <a:t>t</a:t>
            </a:r>
            <a:r>
              <a:rPr altLang="en-IN" lang="en-US"/>
              <a:t>h</a:t>
            </a:r>
            <a:r>
              <a:rPr altLang="en-IN" lang="en-US"/>
              <a:t>e</a:t>
            </a:r>
            <a:r>
              <a:rPr altLang="en-IN" lang="en-US"/>
              <a:t> </a:t>
            </a:r>
            <a:r>
              <a:rPr altLang="en-IN" lang="en-US"/>
              <a:t>c</a:t>
            </a:r>
            <a:r>
              <a:rPr altLang="en-IN" lang="en-US"/>
              <a:t>a</a:t>
            </a:r>
            <a:r>
              <a:rPr altLang="en-IN" lang="en-US"/>
              <a:t>u</a:t>
            </a:r>
            <a:r>
              <a:rPr altLang="en-IN" lang="en-US"/>
              <a:t>s</a:t>
            </a:r>
            <a:r>
              <a:rPr altLang="en-IN" lang="en-US"/>
              <a:t>e</a:t>
            </a:r>
            <a:r>
              <a:rPr altLang="en-IN" lang="en-US"/>
              <a:t> </a:t>
            </a:r>
            <a:r>
              <a:rPr altLang="en-IN" lang="en-US"/>
              <a:t>a</a:t>
            </a:r>
            <a:r>
              <a:rPr altLang="en-IN" lang="en-US"/>
              <a:t>n</a:t>
            </a:r>
            <a:r>
              <a:rPr altLang="en-IN" lang="en-US"/>
              <a:t>d</a:t>
            </a:r>
            <a:r>
              <a:rPr altLang="en-IN" lang="en-US"/>
              <a:t> </a:t>
            </a:r>
            <a:r>
              <a:rPr altLang="en-IN" lang="en-US"/>
              <a:t>t</a:t>
            </a:r>
            <a:r>
              <a:rPr altLang="en-IN" lang="en-US"/>
              <a:t>i</a:t>
            </a:r>
            <a:r>
              <a:rPr altLang="en-IN" lang="en-US"/>
              <a:t>m</a:t>
            </a:r>
            <a:r>
              <a:rPr altLang="en-IN" lang="en-US"/>
              <a:t>e</a:t>
            </a:r>
            <a:r>
              <a:rPr altLang="en-IN" lang="en-US"/>
              <a:t> </a:t>
            </a:r>
            <a:r>
              <a:rPr altLang="en-IN" lang="en-US"/>
              <a:t>o</a:t>
            </a:r>
            <a:r>
              <a:rPr altLang="en-IN" lang="en-US"/>
              <a:t>f</a:t>
            </a:r>
            <a:r>
              <a:rPr altLang="en-IN" lang="en-US"/>
              <a:t> </a:t>
            </a:r>
            <a:r>
              <a:rPr altLang="en-IN" lang="en-US"/>
              <a:t>d</a:t>
            </a:r>
            <a:r>
              <a:rPr altLang="en-IN" lang="en-US"/>
              <a:t>e</a:t>
            </a:r>
            <a:r>
              <a:rPr altLang="en-IN" lang="en-US"/>
              <a:t>a</a:t>
            </a:r>
            <a:r>
              <a:rPr altLang="en-IN" lang="en-US"/>
              <a:t>t</a:t>
            </a:r>
            <a:r>
              <a:rPr altLang="en-IN" lang="en-US"/>
              <a:t>h</a:t>
            </a:r>
            <a:endParaRPr lang="en-IN"/>
          </a:p>
          <a:p>
            <a:pPr indent="0" marL="0">
              <a:buNone/>
            </a:pPr>
            <a:r>
              <a:rPr altLang="en-IN" lang="en-US"/>
              <a:t>A</a:t>
            </a:r>
            <a:r>
              <a:rPr altLang="en-IN" lang="en-US"/>
              <a:t>s</a:t>
            </a:r>
            <a:r>
              <a:rPr altLang="en-IN" lang="en-US"/>
              <a:t>s</a:t>
            </a:r>
            <a:r>
              <a:rPr altLang="en-IN" lang="en-US"/>
              <a:t>i</a:t>
            </a:r>
            <a:r>
              <a:rPr altLang="en-IN" lang="en-US"/>
              <a:t>s</a:t>
            </a:r>
            <a:r>
              <a:rPr altLang="en-IN" lang="en-US"/>
              <a:t>t</a:t>
            </a:r>
            <a:r>
              <a:rPr altLang="en-IN" lang="en-US"/>
              <a:t> </a:t>
            </a:r>
            <a:r>
              <a:rPr altLang="en-IN" lang="en-US"/>
              <a:t>p</a:t>
            </a:r>
            <a:r>
              <a:rPr altLang="en-IN" lang="en-US"/>
              <a:t>o</a:t>
            </a:r>
            <a:r>
              <a:rPr altLang="en-IN" lang="en-US"/>
              <a:t>l</a:t>
            </a:r>
            <a:r>
              <a:rPr altLang="en-IN" lang="en-US"/>
              <a:t>i</a:t>
            </a:r>
            <a:r>
              <a:rPr altLang="en-IN" lang="en-US"/>
              <a:t>c</a:t>
            </a:r>
            <a:r>
              <a:rPr altLang="en-IN" lang="en-US"/>
              <a:t>e</a:t>
            </a:r>
            <a:r>
              <a:rPr altLang="en-IN" lang="en-US"/>
              <a:t> </a:t>
            </a:r>
            <a:r>
              <a:rPr altLang="en-IN" lang="en-US"/>
              <a:t>a</a:t>
            </a:r>
            <a:r>
              <a:rPr altLang="en-IN" lang="en-US"/>
              <a:t>t</a:t>
            </a:r>
            <a:r>
              <a:rPr altLang="en-IN" lang="en-US"/>
              <a:t> </a:t>
            </a:r>
            <a:r>
              <a:rPr altLang="en-IN" lang="en-US"/>
              <a:t>a</a:t>
            </a:r>
            <a:r>
              <a:rPr altLang="en-IN" lang="en-US"/>
              <a:t> </a:t>
            </a:r>
            <a:r>
              <a:rPr altLang="en-IN" lang="en-US"/>
              <a:t>c</a:t>
            </a:r>
            <a:r>
              <a:rPr altLang="en-IN" lang="en-US"/>
              <a:t>r</a:t>
            </a:r>
            <a:r>
              <a:rPr altLang="en-IN" lang="en-US"/>
              <a:t>i</a:t>
            </a:r>
            <a:r>
              <a:rPr altLang="en-IN" lang="en-US"/>
              <a:t>m</a:t>
            </a:r>
            <a:r>
              <a:rPr altLang="en-IN" lang="en-US"/>
              <a:t>e</a:t>
            </a:r>
            <a:r>
              <a:rPr altLang="en-IN" lang="en-US"/>
              <a:t> </a:t>
            </a:r>
            <a:r>
              <a:rPr altLang="en-IN" lang="en-US"/>
              <a:t>s</a:t>
            </a:r>
            <a:r>
              <a:rPr altLang="en-IN" lang="en-US"/>
              <a:t>c</a:t>
            </a:r>
            <a:r>
              <a:rPr altLang="en-IN" lang="en-US"/>
              <a:t>e</a:t>
            </a:r>
            <a:r>
              <a:rPr altLang="en-IN" lang="en-US"/>
              <a:t>n</a:t>
            </a:r>
            <a:r>
              <a:rPr altLang="en-IN" lang="en-US"/>
              <a:t>e</a:t>
            </a:r>
            <a:r>
              <a:rPr altLang="en-IN" lang="en-US"/>
              <a:t>.</a:t>
            </a:r>
            <a:endParaRPr lang="en-IN"/>
          </a:p>
          <a:p>
            <a:pPr indent="0" marL="0">
              <a:buNone/>
            </a:pPr>
            <a:r>
              <a:rPr altLang="en-IN" lang="en-US"/>
              <a:t>T</a:t>
            </a:r>
            <a:r>
              <a:rPr altLang="en-IN" lang="en-US"/>
              <a:t>h</a:t>
            </a:r>
            <a:r>
              <a:rPr altLang="en-IN" lang="en-US"/>
              <a:t>e</a:t>
            </a:r>
            <a:r>
              <a:rPr altLang="en-IN" lang="en-US"/>
              <a:t>y</a:t>
            </a:r>
            <a:r>
              <a:rPr altLang="en-IN" lang="en-US"/>
              <a:t> </a:t>
            </a:r>
            <a:r>
              <a:rPr altLang="en-IN" lang="en-US"/>
              <a:t>should</a:t>
            </a:r>
            <a:r>
              <a:rPr altLang="en-IN" lang="en-US"/>
              <a:t> </a:t>
            </a:r>
            <a:r>
              <a:rPr altLang="en-IN" lang="en-US"/>
              <a:t>b</a:t>
            </a:r>
            <a:r>
              <a:rPr altLang="en-IN" lang="en-US"/>
              <a:t>e</a:t>
            </a:r>
            <a:r>
              <a:rPr altLang="en-IN" lang="en-US"/>
              <a:t> </a:t>
            </a:r>
            <a:r>
              <a:rPr altLang="en-IN" lang="en-US"/>
              <a:t>s</a:t>
            </a:r>
            <a:r>
              <a:rPr altLang="en-IN" lang="en-US"/>
              <a:t>k</a:t>
            </a:r>
            <a:r>
              <a:rPr altLang="en-IN" lang="en-US"/>
              <a:t>i</a:t>
            </a:r>
            <a:r>
              <a:rPr altLang="en-IN" lang="en-US"/>
              <a:t>l</a:t>
            </a:r>
            <a:r>
              <a:rPr altLang="en-IN" lang="en-US"/>
              <a:t>l</a:t>
            </a:r>
            <a:r>
              <a:rPr altLang="en-IN" lang="en-US"/>
              <a:t>e</a:t>
            </a:r>
            <a:r>
              <a:rPr altLang="en-IN" lang="en-US"/>
              <a:t>d</a:t>
            </a:r>
            <a:r>
              <a:rPr altLang="en-IN" lang="en-US"/>
              <a:t> </a:t>
            </a:r>
            <a:r>
              <a:rPr altLang="en-IN" lang="en-US"/>
              <a:t>i</a:t>
            </a:r>
            <a:r>
              <a:rPr altLang="en-IN" lang="en-US"/>
              <a:t>n</a:t>
            </a:r>
            <a:r>
              <a:rPr altLang="en-IN" lang="en-US"/>
              <a:t> </a:t>
            </a:r>
            <a:r>
              <a:rPr altLang="en-IN" lang="en-US"/>
              <a:t>p</a:t>
            </a:r>
            <a:r>
              <a:rPr altLang="en-IN" lang="en-US"/>
              <a:t>a</a:t>
            </a:r>
            <a:r>
              <a:rPr altLang="en-IN" lang="en-US"/>
              <a:t>t</a:t>
            </a:r>
            <a:r>
              <a:rPr altLang="en-IN" lang="en-US"/>
              <a:t>h</a:t>
            </a:r>
            <a:r>
              <a:rPr altLang="en-IN" lang="en-US"/>
              <a:t>o</a:t>
            </a:r>
            <a:r>
              <a:rPr altLang="en-IN" lang="en-US"/>
              <a:t>l</a:t>
            </a:r>
            <a:r>
              <a:rPr altLang="en-IN" lang="en-US"/>
              <a:t>o</a:t>
            </a:r>
            <a:r>
              <a:rPr altLang="en-IN" lang="en-US"/>
              <a:t>g</a:t>
            </a:r>
            <a:r>
              <a:rPr altLang="en-IN" lang="en-US"/>
              <a:t>y</a:t>
            </a:r>
            <a:r>
              <a:rPr altLang="en-IN" lang="en-US"/>
              <a:t>,</a:t>
            </a:r>
            <a:r>
              <a:rPr altLang="en-IN" lang="en-US"/>
              <a:t>p</a:t>
            </a:r>
            <a:r>
              <a:rPr altLang="en-IN" lang="en-US"/>
              <a:t>h</a:t>
            </a:r>
            <a:r>
              <a:rPr altLang="en-IN" lang="en-US"/>
              <a:t>y</a:t>
            </a:r>
            <a:r>
              <a:rPr altLang="en-IN" lang="en-US"/>
              <a:t>s</a:t>
            </a:r>
            <a:r>
              <a:rPr altLang="en-IN" lang="en-US"/>
              <a:t>i</a:t>
            </a:r>
            <a:r>
              <a:rPr altLang="en-IN" lang="en-US"/>
              <a:t>o</a:t>
            </a:r>
            <a:r>
              <a:rPr altLang="en-IN" lang="en-US"/>
              <a:t>l</a:t>
            </a:r>
            <a:r>
              <a:rPr altLang="en-IN" lang="en-US"/>
              <a:t>o</a:t>
            </a:r>
            <a:r>
              <a:rPr altLang="en-IN" lang="en-US"/>
              <a:t>g</a:t>
            </a:r>
            <a:r>
              <a:rPr altLang="en-IN" lang="en-US"/>
              <a:t>y</a:t>
            </a:r>
            <a:r>
              <a:rPr altLang="en-IN" lang="en-US"/>
              <a:t>,</a:t>
            </a:r>
            <a:r>
              <a:rPr altLang="en-IN" lang="en-US"/>
              <a:t>obsev</a:t>
            </a:r>
            <a:r>
              <a:rPr altLang="en-IN" lang="en-US"/>
              <a:t>a</a:t>
            </a:r>
            <a:r>
              <a:rPr altLang="en-IN" lang="en-US"/>
              <a:t>t</a:t>
            </a:r>
            <a:r>
              <a:rPr altLang="en-IN" lang="en-US"/>
              <a:t>i</a:t>
            </a:r>
            <a:r>
              <a:rPr altLang="en-IN" lang="en-US"/>
              <a:t>o</a:t>
            </a:r>
            <a:r>
              <a:rPr altLang="en-IN" lang="en-US"/>
              <a:t>n</a:t>
            </a:r>
            <a:r>
              <a:rPr altLang="en-IN" lang="en-US"/>
              <a:t>,</a:t>
            </a:r>
            <a:r>
              <a:rPr altLang="en-IN" lang="en-US"/>
              <a:t>p</a:t>
            </a:r>
            <a:r>
              <a:rPr altLang="en-IN" lang="en-US"/>
              <a:t>r</a:t>
            </a:r>
            <a:r>
              <a:rPr altLang="en-IN" lang="en-US"/>
              <a:t>e</a:t>
            </a:r>
            <a:r>
              <a:rPr altLang="en-IN" lang="en-US"/>
              <a:t>s</a:t>
            </a:r>
            <a:r>
              <a:rPr altLang="en-IN" lang="en-US"/>
              <a:t>e</a:t>
            </a:r>
            <a:r>
              <a:rPr altLang="en-IN" lang="en-US"/>
              <a:t>r</a:t>
            </a:r>
            <a:r>
              <a:rPr altLang="en-IN" lang="en-US"/>
              <a:t>v</a:t>
            </a:r>
            <a:r>
              <a:rPr altLang="en-IN" lang="en-US"/>
              <a:t>a</a:t>
            </a:r>
            <a:r>
              <a:rPr altLang="en-IN" lang="en-US"/>
              <a:t>t</a:t>
            </a:r>
            <a:r>
              <a:rPr altLang="en-IN" lang="en-US"/>
              <a:t>i</a:t>
            </a:r>
            <a:r>
              <a:rPr altLang="en-IN" lang="en-US"/>
              <a:t>o</a:t>
            </a:r>
            <a:r>
              <a:rPr altLang="en-IN" lang="en-US"/>
              <a:t>n</a:t>
            </a:r>
            <a:r>
              <a:rPr altLang="en-IN" lang="en-US"/>
              <a:t>,</a:t>
            </a:r>
            <a:r>
              <a:rPr altLang="en-IN" lang="en-US"/>
              <a:t>d</a:t>
            </a:r>
            <a:r>
              <a:rPr altLang="en-IN" lang="en-US"/>
              <a:t>o</a:t>
            </a:r>
            <a:r>
              <a:rPr altLang="en-IN" lang="en-US"/>
              <a:t>c</a:t>
            </a:r>
            <a:r>
              <a:rPr altLang="en-IN" lang="en-US"/>
              <a:t>u</a:t>
            </a:r>
            <a:r>
              <a:rPr altLang="en-IN" lang="en-US"/>
              <a:t>m</a:t>
            </a:r>
            <a:r>
              <a:rPr altLang="en-IN" lang="en-US"/>
              <a:t>e</a:t>
            </a:r>
            <a:r>
              <a:rPr altLang="en-IN" lang="en-US"/>
              <a:t>n</a:t>
            </a:r>
            <a:r>
              <a:rPr altLang="en-IN" lang="en-US"/>
              <a:t>t</a:t>
            </a:r>
            <a:r>
              <a:rPr altLang="en-IN" lang="en-US"/>
              <a:t>a</a:t>
            </a:r>
            <a:r>
              <a:rPr altLang="en-IN" lang="en-US"/>
              <a:t>t</a:t>
            </a:r>
            <a:r>
              <a:rPr altLang="en-IN" lang="en-US"/>
              <a:t>i</a:t>
            </a:r>
            <a:r>
              <a:rPr altLang="en-IN" lang="en-US"/>
              <a:t>o</a:t>
            </a:r>
            <a:r>
              <a:rPr altLang="en-IN" lang="en-US"/>
              <a:t>n</a:t>
            </a:r>
            <a:r>
              <a:rPr altLang="en-IN" lang="en-US"/>
              <a:t> </a:t>
            </a:r>
            <a:r>
              <a:rPr altLang="en-IN" lang="en-US"/>
              <a:t>o</a:t>
            </a:r>
            <a:r>
              <a:rPr altLang="en-IN" lang="en-US"/>
              <a:t>f</a:t>
            </a:r>
            <a:r>
              <a:rPr altLang="en-IN" lang="en-US"/>
              <a:t> </a:t>
            </a:r>
            <a:r>
              <a:rPr altLang="en-IN" lang="en-US"/>
              <a:t>e</a:t>
            </a:r>
            <a:r>
              <a:rPr altLang="en-IN" lang="en-US"/>
              <a:t>v</a:t>
            </a:r>
            <a:r>
              <a:rPr altLang="en-IN" lang="en-US"/>
              <a:t>i</a:t>
            </a:r>
            <a:r>
              <a:rPr altLang="en-IN" lang="en-US"/>
              <a:t>d</a:t>
            </a:r>
            <a:r>
              <a:rPr altLang="en-IN" lang="en-US"/>
              <a:t>e</a:t>
            </a:r>
            <a:r>
              <a:rPr altLang="en-IN" lang="en-US"/>
              <a:t>n</a:t>
            </a:r>
            <a:r>
              <a:rPr altLang="en-IN" lang="en-US"/>
              <a:t>c</a:t>
            </a:r>
            <a:r>
              <a:rPr altLang="en-IN" lang="en-US"/>
              <a:t>e</a:t>
            </a:r>
            <a:r>
              <a:rPr altLang="en-IN" lang="en-US"/>
              <a:t> </a:t>
            </a:r>
            <a:r>
              <a:rPr altLang="en-IN" lang="en-US"/>
              <a:t>,</a:t>
            </a:r>
            <a:r>
              <a:rPr altLang="en-IN" lang="en-US"/>
              <a:t> </a:t>
            </a:r>
            <a:r>
              <a:rPr altLang="en-IN" lang="en-US"/>
              <a:t>a</a:t>
            </a:r>
            <a:r>
              <a:rPr altLang="en-IN" lang="en-US"/>
              <a:t>n</a:t>
            </a:r>
            <a:r>
              <a:rPr altLang="en-IN" lang="en-US"/>
              <a:t>d</a:t>
            </a:r>
            <a:r>
              <a:rPr altLang="en-IN" lang="en-US"/>
              <a:t> </a:t>
            </a:r>
            <a:r>
              <a:rPr altLang="en-IN" lang="en-US"/>
              <a:t>i</a:t>
            </a:r>
            <a:r>
              <a:rPr altLang="en-IN" lang="en-US"/>
              <a:t>n</a:t>
            </a:r>
            <a:r>
              <a:rPr altLang="en-IN" lang="en-US"/>
              <a:t> </a:t>
            </a:r>
            <a:r>
              <a:rPr altLang="en-IN" lang="en-US"/>
              <a:t>u</a:t>
            </a:r>
            <a:r>
              <a:rPr altLang="en-IN" lang="en-US"/>
              <a:t>n</a:t>
            </a:r>
            <a:r>
              <a:rPr altLang="en-IN" lang="en-US"/>
              <a:t>d</a:t>
            </a:r>
            <a:r>
              <a:rPr altLang="en-IN" lang="en-US"/>
              <a:t>e</a:t>
            </a:r>
            <a:r>
              <a:rPr altLang="en-IN" lang="en-US"/>
              <a:t>r</a:t>
            </a:r>
            <a:r>
              <a:rPr altLang="en-IN" lang="en-US"/>
              <a:t>s</a:t>
            </a:r>
            <a:r>
              <a:rPr altLang="en-IN" lang="en-US"/>
              <a:t>t</a:t>
            </a:r>
            <a:r>
              <a:rPr altLang="en-IN" lang="en-US"/>
              <a:t>a</a:t>
            </a:r>
            <a:r>
              <a:rPr altLang="en-IN" lang="en-US"/>
              <a:t>n</a:t>
            </a:r>
            <a:r>
              <a:rPr altLang="en-IN" lang="en-US"/>
              <a:t>d</a:t>
            </a:r>
            <a:r>
              <a:rPr altLang="en-IN" lang="en-US"/>
              <a:t>i</a:t>
            </a:r>
            <a:r>
              <a:rPr altLang="en-IN" lang="en-US"/>
              <a:t>n</a:t>
            </a:r>
            <a:r>
              <a:rPr altLang="en-IN" lang="en-US"/>
              <a:t>g</a:t>
            </a:r>
            <a:r>
              <a:rPr altLang="en-IN" lang="en-US"/>
              <a:t> </a:t>
            </a:r>
            <a:r>
              <a:rPr altLang="en-IN" lang="en-US"/>
              <a:t>l</a:t>
            </a:r>
            <a:r>
              <a:rPr altLang="en-IN" lang="en-US"/>
              <a:t>e</a:t>
            </a:r>
            <a:r>
              <a:rPr altLang="en-IN" lang="en-US"/>
              <a:t>g</a:t>
            </a:r>
            <a:r>
              <a:rPr altLang="en-IN" lang="en-US"/>
              <a:t>a</a:t>
            </a:r>
            <a:r>
              <a:rPr altLang="en-IN" lang="en-US"/>
              <a:t>l</a:t>
            </a:r>
            <a:r>
              <a:rPr altLang="en-IN" lang="en-US"/>
              <a:t> </a:t>
            </a:r>
            <a:r>
              <a:rPr altLang="en-IN" lang="en-US"/>
              <a:t>a</a:t>
            </a:r>
            <a:r>
              <a:rPr altLang="en-IN" lang="en-US"/>
              <a:t>n</a:t>
            </a:r>
            <a:r>
              <a:rPr altLang="en-IN" lang="en-US"/>
              <a:t>d</a:t>
            </a:r>
            <a:r>
              <a:rPr altLang="en-IN" lang="en-US"/>
              <a:t> </a:t>
            </a:r>
            <a:r>
              <a:rPr altLang="en-IN" lang="en-US"/>
              <a:t>criminal</a:t>
            </a:r>
            <a:r>
              <a:rPr altLang="en-IN" lang="en-US"/>
              <a:t> </a:t>
            </a:r>
            <a:r>
              <a:rPr altLang="en-IN" lang="en-US"/>
              <a:t>proceedi</a:t>
            </a:r>
            <a:r>
              <a:rPr altLang="en-IN" lang="en-US"/>
              <a:t>n</a:t>
            </a:r>
            <a:r>
              <a:rPr altLang="en-IN" lang="en-US"/>
              <a:t>g</a:t>
            </a:r>
            <a:r>
              <a:rPr altLang="en-IN" lang="en-US"/>
              <a:t>s</a:t>
            </a:r>
            <a:r>
              <a:rPr altLang="en-IN" lang="en-US"/>
              <a:t> </a:t>
            </a:r>
            <a:r>
              <a:rPr altLang="en-IN" lang="en-US"/>
              <a:t>f</a:t>
            </a:r>
            <a:r>
              <a:rPr altLang="en-IN" lang="en-US"/>
              <a:t>o</a:t>
            </a:r>
            <a:r>
              <a:rPr altLang="en-IN" lang="en-US"/>
              <a:t>r</a:t>
            </a:r>
            <a:r>
              <a:rPr altLang="en-IN" lang="en-US"/>
              <a:t> </a:t>
            </a:r>
            <a:r>
              <a:rPr altLang="en-IN" lang="en-US"/>
              <a:t>violent</a:t>
            </a:r>
            <a:r>
              <a:rPr altLang="en-IN" lang="en-US"/>
              <a:t> </a:t>
            </a:r>
            <a:r>
              <a:rPr altLang="en-IN" lang="en-US"/>
              <a:t>c</a:t>
            </a:r>
            <a:r>
              <a:rPr altLang="en-IN" lang="en-US"/>
              <a:t>r</a:t>
            </a:r>
            <a:r>
              <a:rPr altLang="en-IN" lang="en-US"/>
              <a:t>i</a:t>
            </a:r>
            <a:r>
              <a:rPr altLang="en-IN" lang="en-US"/>
              <a:t>m</a:t>
            </a:r>
            <a:r>
              <a:rPr altLang="en-IN" lang="en-US"/>
              <a:t>e</a:t>
            </a:r>
            <a:r>
              <a:rPr altLang="en-IN" lang="en-US"/>
              <a:t>s</a:t>
            </a:r>
            <a:r>
              <a:rPr altLang="en-IN" lang="en-US"/>
              <a:t>.</a:t>
            </a:r>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1048615" name=""/>
          <p:cNvSpPr>
            <a:spLocks noGrp="1"/>
          </p:cNvSpPr>
          <p:nvPr>
            <p:ph type="title"/>
          </p:nvPr>
        </p:nvSpPr>
        <p:spPr/>
        <p:txBody>
          <a:bodyPr/>
          <a:p>
            <a:r>
              <a:rPr altLang="en-IN" lang="en-US">
                <a:solidFill>
                  <a:srgbClr val="C00000"/>
                </a:solidFill>
              </a:rPr>
              <a:t>Settings of fore</a:t>
            </a:r>
            <a:r>
              <a:rPr altLang="en-IN" lang="en-US">
                <a:solidFill>
                  <a:srgbClr val="C00000"/>
                </a:solidFill>
              </a:rPr>
              <a:t>n</a:t>
            </a:r>
            <a:r>
              <a:rPr altLang="en-IN" lang="en-US">
                <a:solidFill>
                  <a:srgbClr val="C00000"/>
                </a:solidFill>
              </a:rPr>
              <a:t>s</a:t>
            </a:r>
            <a:r>
              <a:rPr altLang="en-IN" lang="en-US">
                <a:solidFill>
                  <a:srgbClr val="C00000"/>
                </a:solidFill>
              </a:rPr>
              <a:t>i</a:t>
            </a:r>
            <a:r>
              <a:rPr altLang="en-IN" lang="en-US">
                <a:solidFill>
                  <a:srgbClr val="C00000"/>
                </a:solidFill>
              </a:rPr>
              <a:t>c</a:t>
            </a:r>
            <a:r>
              <a:rPr altLang="en-IN" lang="en-US">
                <a:solidFill>
                  <a:srgbClr val="C00000"/>
                </a:solidFill>
              </a:rPr>
              <a:t> </a:t>
            </a:r>
            <a:r>
              <a:rPr altLang="en-IN" lang="en-US">
                <a:solidFill>
                  <a:srgbClr val="C00000"/>
                </a:solidFill>
              </a:rPr>
              <a:t>n</a:t>
            </a:r>
            <a:r>
              <a:rPr altLang="en-IN" lang="en-US">
                <a:solidFill>
                  <a:srgbClr val="C00000"/>
                </a:solidFill>
              </a:rPr>
              <a:t>u</a:t>
            </a:r>
            <a:r>
              <a:rPr altLang="en-IN" lang="en-US">
                <a:solidFill>
                  <a:srgbClr val="C00000"/>
                </a:solidFill>
              </a:rPr>
              <a:t>r</a:t>
            </a:r>
            <a:r>
              <a:rPr altLang="en-IN" lang="en-US">
                <a:solidFill>
                  <a:srgbClr val="C00000"/>
                </a:solidFill>
              </a:rPr>
              <a:t>sing</a:t>
            </a:r>
            <a:r>
              <a:rPr altLang="en-IN" lang="en-US">
                <a:solidFill>
                  <a:srgbClr val="C00000"/>
                </a:solidFill>
              </a:rPr>
              <a:t> </a:t>
            </a:r>
            <a:r>
              <a:rPr altLang="en-IN" lang="en-US">
                <a:solidFill>
                  <a:srgbClr val="C00000"/>
                </a:solidFill>
              </a:rPr>
              <a:t>practice.</a:t>
            </a:r>
            <a:endParaRPr lang="en-IN"/>
          </a:p>
        </p:txBody>
      </p:sp>
      <p:sp>
        <p:nvSpPr>
          <p:cNvPr id="1048616" name=""/>
          <p:cNvSpPr>
            <a:spLocks noGrp="1"/>
          </p:cNvSpPr>
          <p:nvPr>
            <p:ph idx="1"/>
          </p:nvPr>
        </p:nvSpPr>
        <p:spPr/>
        <p:txBody>
          <a:bodyPr/>
          <a:p>
            <a:r>
              <a:rPr altLang="en-IN" lang="en-US"/>
              <a:t>The areas of practice of a forensic nurse signals include hospital</a:t>
            </a:r>
            <a:r>
              <a:rPr altLang="en-IN" lang="en-US"/>
              <a:t>,</a:t>
            </a:r>
            <a:r>
              <a:rPr altLang="en-IN" lang="en-US"/>
              <a:t> </a:t>
            </a:r>
            <a:r>
              <a:rPr altLang="en-IN" lang="en-US"/>
              <a:t>l</a:t>
            </a:r>
            <a:r>
              <a:rPr altLang="en-IN" lang="en-US"/>
              <a:t>ong </a:t>
            </a:r>
            <a:r>
              <a:rPr altLang="en-IN" lang="en-US"/>
              <a:t>t</a:t>
            </a:r>
            <a:r>
              <a:rPr altLang="en-IN" lang="en-US"/>
              <a:t>e</a:t>
            </a:r>
            <a:r>
              <a:rPr altLang="en-IN" lang="en-US"/>
              <a:t>r</a:t>
            </a:r>
            <a:r>
              <a:rPr altLang="en-IN" lang="en-US"/>
              <a:t>m</a:t>
            </a:r>
            <a:r>
              <a:rPr altLang="en-IN" lang="en-US"/>
              <a:t> </a:t>
            </a:r>
            <a:r>
              <a:rPr altLang="en-IN" lang="en-US"/>
              <a:t>c</a:t>
            </a:r>
            <a:r>
              <a:rPr altLang="en-IN" lang="en-US"/>
              <a:t>are </a:t>
            </a:r>
            <a:r>
              <a:rPr altLang="en-IN" lang="en-US"/>
              <a:t>,</a:t>
            </a:r>
            <a:r>
              <a:rPr altLang="en-IN" lang="en-US"/>
              <a:t>clinical </a:t>
            </a:r>
            <a:r>
              <a:rPr altLang="en-IN" lang="en-US"/>
              <a:t>s</a:t>
            </a:r>
            <a:r>
              <a:rPr altLang="en-IN" lang="en-US"/>
              <a:t>e</a:t>
            </a:r>
            <a:r>
              <a:rPr altLang="en-IN" lang="en-US"/>
              <a:t>t</a:t>
            </a:r>
            <a:r>
              <a:rPr altLang="en-IN" lang="en-US"/>
              <a:t>t</a:t>
            </a:r>
            <a:r>
              <a:rPr altLang="en-IN" lang="en-US"/>
              <a:t>i</a:t>
            </a:r>
            <a:r>
              <a:rPr altLang="en-IN" lang="en-US"/>
              <a:t>n</a:t>
            </a:r>
            <a:r>
              <a:rPr altLang="en-IN" lang="en-US"/>
              <a:t>g</a:t>
            </a:r>
            <a:r>
              <a:rPr altLang="en-IN" lang="en-US"/>
              <a:t> </a:t>
            </a:r>
            <a:r>
              <a:rPr altLang="en-IN" lang="en-US"/>
              <a:t>,</a:t>
            </a:r>
            <a:r>
              <a:rPr altLang="en-IN" lang="en-US"/>
              <a:t>advoca</a:t>
            </a:r>
            <a:r>
              <a:rPr altLang="en-IN" lang="en-US"/>
              <a:t>c</a:t>
            </a:r>
            <a:r>
              <a:rPr altLang="en-IN" lang="en-US"/>
              <a:t>y</a:t>
            </a:r>
            <a:r>
              <a:rPr altLang="en-IN" lang="en-US"/>
              <a:t> </a:t>
            </a:r>
            <a:r>
              <a:rPr altLang="en-IN" lang="en-US"/>
              <a:t>c</a:t>
            </a:r>
            <a:r>
              <a:rPr altLang="en-IN" lang="en-US"/>
              <a:t>e</a:t>
            </a:r>
            <a:r>
              <a:rPr altLang="en-IN" lang="en-US"/>
              <a:t>n</a:t>
            </a:r>
            <a:r>
              <a:rPr altLang="en-IN" lang="en-US"/>
              <a:t>t</a:t>
            </a:r>
            <a:r>
              <a:rPr altLang="en-IN" lang="en-US"/>
              <a:t>e</a:t>
            </a:r>
            <a:r>
              <a:rPr altLang="en-IN" lang="en-US"/>
              <a:t>r</a:t>
            </a:r>
            <a:r>
              <a:rPr altLang="en-IN" lang="en-US"/>
              <a:t>, family health </a:t>
            </a:r>
            <a:r>
              <a:rPr altLang="en-IN" lang="en-US"/>
              <a:t>centers , correctional facilities , nonprofit organization , and public </a:t>
            </a:r>
            <a:r>
              <a:rPr altLang="en-IN" lang="en-US"/>
              <a:t>s</a:t>
            </a:r>
            <a:r>
              <a:rPr altLang="en-IN" lang="en-US"/>
              <a:t>e</a:t>
            </a:r>
            <a:r>
              <a:rPr altLang="en-IN" lang="en-US"/>
              <a:t>c</a:t>
            </a:r>
            <a:r>
              <a:rPr altLang="en-IN" lang="en-US"/>
              <a:t>t</a:t>
            </a:r>
            <a:r>
              <a:rPr altLang="en-IN" lang="en-US"/>
              <a:t>o</a:t>
            </a:r>
            <a:r>
              <a:rPr altLang="en-IN" lang="en-US"/>
              <a:t>r</a:t>
            </a:r>
            <a:r>
              <a:rPr altLang="en-IN" lang="en-US"/>
              <a:t>.</a:t>
            </a: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17" name=""/>
          <p:cNvSpPr>
            <a:spLocks noGrp="1"/>
          </p:cNvSpPr>
          <p:nvPr>
            <p:ph type="title"/>
          </p:nvPr>
        </p:nvSpPr>
        <p:spPr/>
        <p:txBody>
          <a:bodyPr/>
          <a:p>
            <a:r>
              <a:rPr altLang="en-IN" lang="en-US">
                <a:solidFill>
                  <a:srgbClr val="800000"/>
                </a:solidFill>
              </a:rPr>
              <a:t>P</a:t>
            </a:r>
            <a:r>
              <a:rPr altLang="en-IN" lang="en-US">
                <a:solidFill>
                  <a:srgbClr val="800000"/>
                </a:solidFill>
              </a:rPr>
              <a:t>R</a:t>
            </a:r>
            <a:r>
              <a:rPr altLang="en-IN" lang="en-US">
                <a:solidFill>
                  <a:srgbClr val="800000"/>
                </a:solidFill>
              </a:rPr>
              <a:t>I</a:t>
            </a:r>
            <a:r>
              <a:rPr altLang="en-IN" lang="en-US">
                <a:solidFill>
                  <a:srgbClr val="800000"/>
                </a:solidFill>
              </a:rPr>
              <a:t>N</a:t>
            </a:r>
            <a:r>
              <a:rPr altLang="en-IN" lang="en-US">
                <a:solidFill>
                  <a:srgbClr val="800000"/>
                </a:solidFill>
              </a:rPr>
              <a:t>C</a:t>
            </a:r>
            <a:r>
              <a:rPr altLang="en-IN" lang="en-US">
                <a:solidFill>
                  <a:srgbClr val="800000"/>
                </a:solidFill>
              </a:rPr>
              <a:t>I</a:t>
            </a:r>
            <a:r>
              <a:rPr altLang="en-IN" lang="en-US">
                <a:solidFill>
                  <a:srgbClr val="800000"/>
                </a:solidFill>
              </a:rPr>
              <a:t>P</a:t>
            </a:r>
            <a:r>
              <a:rPr altLang="en-IN" lang="en-US">
                <a:solidFill>
                  <a:srgbClr val="800000"/>
                </a:solidFill>
              </a:rPr>
              <a:t>L</a:t>
            </a:r>
            <a:r>
              <a:rPr altLang="en-IN" lang="en-US">
                <a:solidFill>
                  <a:srgbClr val="800000"/>
                </a:solidFill>
              </a:rPr>
              <a:t>E</a:t>
            </a:r>
            <a:r>
              <a:rPr altLang="en-IN" lang="en-US">
                <a:solidFill>
                  <a:srgbClr val="800000"/>
                </a:solidFill>
              </a:rPr>
              <a:t>S</a:t>
            </a:r>
            <a:r>
              <a:rPr altLang="en-IN" lang="en-US">
                <a:solidFill>
                  <a:srgbClr val="800000"/>
                </a:solidFill>
              </a:rPr>
              <a:t> </a:t>
            </a:r>
            <a:r>
              <a:rPr altLang="en-IN" lang="en-US">
                <a:solidFill>
                  <a:srgbClr val="800000"/>
                </a:solidFill>
              </a:rPr>
              <a:t>O</a:t>
            </a:r>
            <a:r>
              <a:rPr altLang="en-IN" lang="en-US">
                <a:solidFill>
                  <a:srgbClr val="800000"/>
                </a:solidFill>
              </a:rPr>
              <a:t>F</a:t>
            </a:r>
            <a:r>
              <a:rPr altLang="en-IN" lang="en-US">
                <a:solidFill>
                  <a:srgbClr val="800000"/>
                </a:solidFill>
              </a:rPr>
              <a:t> </a:t>
            </a:r>
            <a:r>
              <a:rPr altLang="en-IN" lang="en-US">
                <a:solidFill>
                  <a:srgbClr val="800000"/>
                </a:solidFill>
              </a:rPr>
              <a:t>FORENSIC</a:t>
            </a:r>
            <a:r>
              <a:rPr altLang="en-IN" lang="en-US">
                <a:solidFill>
                  <a:srgbClr val="800000"/>
                </a:solidFill>
              </a:rPr>
              <a:t> </a:t>
            </a:r>
            <a:r>
              <a:rPr altLang="en-IN" lang="en-US">
                <a:solidFill>
                  <a:srgbClr val="800000"/>
                </a:solidFill>
              </a:rPr>
              <a:t>S</a:t>
            </a:r>
            <a:r>
              <a:rPr altLang="en-IN" lang="en-US">
                <a:solidFill>
                  <a:srgbClr val="800000"/>
                </a:solidFill>
              </a:rPr>
              <a:t>C</a:t>
            </a:r>
            <a:r>
              <a:rPr altLang="en-IN" lang="en-US">
                <a:solidFill>
                  <a:srgbClr val="800000"/>
                </a:solidFill>
              </a:rPr>
              <a:t>I</a:t>
            </a:r>
            <a:r>
              <a:rPr altLang="en-IN" lang="en-US">
                <a:solidFill>
                  <a:srgbClr val="800000"/>
                </a:solidFill>
              </a:rPr>
              <a:t>E</a:t>
            </a:r>
            <a:r>
              <a:rPr altLang="en-IN" lang="en-US">
                <a:solidFill>
                  <a:srgbClr val="800000"/>
                </a:solidFill>
              </a:rPr>
              <a:t>N</a:t>
            </a:r>
            <a:r>
              <a:rPr altLang="en-IN" lang="en-US">
                <a:solidFill>
                  <a:srgbClr val="800000"/>
                </a:solidFill>
              </a:rPr>
              <a:t>C</a:t>
            </a:r>
            <a:r>
              <a:rPr altLang="en-IN" lang="en-US">
                <a:solidFill>
                  <a:srgbClr val="800000"/>
                </a:solidFill>
              </a:rPr>
              <a:t>E</a:t>
            </a:r>
            <a:endParaRPr lang="en-IN"/>
          </a:p>
        </p:txBody>
      </p:sp>
      <p:sp>
        <p:nvSpPr>
          <p:cNvPr id="1048618" name=""/>
          <p:cNvSpPr>
            <a:spLocks noGrp="1"/>
          </p:cNvSpPr>
          <p:nvPr>
            <p:ph idx="1"/>
          </p:nvPr>
        </p:nvSpPr>
        <p:spPr/>
        <p:txBody>
          <a:bodyPr/>
          <a:p>
            <a:pPr indent="0" marL="0">
              <a:buNone/>
            </a:pPr>
            <a:endParaRPr lang="en-IN"/>
          </a:p>
        </p:txBody>
      </p:sp>
      <p:pic>
        <p:nvPicPr>
          <p:cNvPr id="2097157" name=""/>
          <p:cNvPicPr>
            <a:picLocks/>
          </p:cNvPicPr>
          <p:nvPr/>
        </p:nvPicPr>
        <p:blipFill>
          <a:blip xmlns:r="http://schemas.openxmlformats.org/officeDocument/2006/relationships" r:embed="rId1"/>
          <a:stretch>
            <a:fillRect/>
          </a:stretch>
        </p:blipFill>
        <p:spPr>
          <a:xfrm rot="0">
            <a:off x="611688" y="1940597"/>
            <a:ext cx="7498769" cy="4551926"/>
          </a:xfrm>
          <a:prstGeom prst="rec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19" name=""/>
          <p:cNvSpPr>
            <a:spLocks noGrp="1"/>
          </p:cNvSpPr>
          <p:nvPr>
            <p:ph type="title"/>
          </p:nvPr>
        </p:nvSpPr>
        <p:spPr/>
        <p:txBody>
          <a:bodyPr/>
          <a:p>
            <a:r>
              <a:rPr altLang="en-IN" lang="en-US">
                <a:solidFill>
                  <a:srgbClr val="C00000"/>
                </a:solidFill>
              </a:rPr>
              <a:t>R</a:t>
            </a:r>
            <a:r>
              <a:rPr altLang="en-IN" lang="en-US">
                <a:solidFill>
                  <a:srgbClr val="C00000"/>
                </a:solidFill>
              </a:rPr>
              <a:t>O</a:t>
            </a:r>
            <a:r>
              <a:rPr altLang="en-IN" lang="en-US">
                <a:solidFill>
                  <a:srgbClr val="C00000"/>
                </a:solidFill>
              </a:rPr>
              <a:t>L</a:t>
            </a:r>
            <a:r>
              <a:rPr altLang="en-IN" lang="en-US">
                <a:solidFill>
                  <a:srgbClr val="C00000"/>
                </a:solidFill>
              </a:rPr>
              <a:t>E</a:t>
            </a:r>
            <a:r>
              <a:rPr altLang="en-IN" lang="en-US">
                <a:solidFill>
                  <a:srgbClr val="C00000"/>
                </a:solidFill>
              </a:rPr>
              <a:t>S</a:t>
            </a:r>
            <a:r>
              <a:rPr altLang="en-IN" lang="en-US">
                <a:solidFill>
                  <a:srgbClr val="C00000"/>
                </a:solidFill>
              </a:rPr>
              <a:t> </a:t>
            </a:r>
            <a:r>
              <a:rPr altLang="en-IN" lang="en-US">
                <a:solidFill>
                  <a:srgbClr val="C00000"/>
                </a:solidFill>
              </a:rPr>
              <a:t>A</a:t>
            </a:r>
            <a:r>
              <a:rPr altLang="en-IN" lang="en-US">
                <a:solidFill>
                  <a:srgbClr val="C00000"/>
                </a:solidFill>
              </a:rPr>
              <a:t>N</a:t>
            </a:r>
            <a:r>
              <a:rPr altLang="en-IN" lang="en-US">
                <a:solidFill>
                  <a:srgbClr val="C00000"/>
                </a:solidFill>
              </a:rPr>
              <a:t>D</a:t>
            </a:r>
            <a:r>
              <a:rPr altLang="en-IN" lang="en-US">
                <a:solidFill>
                  <a:srgbClr val="C00000"/>
                </a:solidFill>
              </a:rPr>
              <a:t> </a:t>
            </a:r>
            <a:r>
              <a:rPr altLang="en-IN" lang="en-US">
                <a:solidFill>
                  <a:srgbClr val="C00000"/>
                </a:solidFill>
              </a:rPr>
              <a:t>R</a:t>
            </a:r>
            <a:r>
              <a:rPr altLang="en-IN" lang="en-US">
                <a:solidFill>
                  <a:srgbClr val="C00000"/>
                </a:solidFill>
              </a:rPr>
              <a:t>E</a:t>
            </a:r>
            <a:r>
              <a:rPr altLang="en-IN" lang="en-US">
                <a:solidFill>
                  <a:srgbClr val="C00000"/>
                </a:solidFill>
              </a:rPr>
              <a:t>S</a:t>
            </a:r>
            <a:r>
              <a:rPr altLang="en-IN" lang="en-US">
                <a:solidFill>
                  <a:srgbClr val="C00000"/>
                </a:solidFill>
              </a:rPr>
              <a:t>P</a:t>
            </a:r>
            <a:r>
              <a:rPr altLang="en-IN" lang="en-US">
                <a:solidFill>
                  <a:srgbClr val="C00000"/>
                </a:solidFill>
              </a:rPr>
              <a:t>O</a:t>
            </a:r>
            <a:r>
              <a:rPr altLang="en-IN" lang="en-US">
                <a:solidFill>
                  <a:srgbClr val="C00000"/>
                </a:solidFill>
              </a:rPr>
              <a:t>N</a:t>
            </a:r>
            <a:r>
              <a:rPr altLang="en-IN" lang="en-US">
                <a:solidFill>
                  <a:srgbClr val="C00000"/>
                </a:solidFill>
              </a:rPr>
              <a:t>S</a:t>
            </a:r>
            <a:r>
              <a:rPr altLang="en-IN" lang="en-US">
                <a:solidFill>
                  <a:srgbClr val="C00000"/>
                </a:solidFill>
              </a:rPr>
              <a:t>I</a:t>
            </a:r>
            <a:r>
              <a:rPr altLang="en-IN" lang="en-US">
                <a:solidFill>
                  <a:srgbClr val="C00000"/>
                </a:solidFill>
              </a:rPr>
              <a:t>B</a:t>
            </a:r>
            <a:r>
              <a:rPr altLang="en-IN" lang="en-US">
                <a:solidFill>
                  <a:srgbClr val="C00000"/>
                </a:solidFill>
              </a:rPr>
              <a:t>I</a:t>
            </a:r>
            <a:r>
              <a:rPr altLang="en-IN" lang="en-US">
                <a:solidFill>
                  <a:srgbClr val="C00000"/>
                </a:solidFill>
              </a:rPr>
              <a:t>L</a:t>
            </a:r>
            <a:r>
              <a:rPr altLang="en-IN" lang="en-US">
                <a:solidFill>
                  <a:srgbClr val="C00000"/>
                </a:solidFill>
              </a:rPr>
              <a:t>I</a:t>
            </a:r>
            <a:r>
              <a:rPr altLang="en-IN" lang="en-US">
                <a:solidFill>
                  <a:srgbClr val="C00000"/>
                </a:solidFill>
              </a:rPr>
              <a:t>T</a:t>
            </a:r>
            <a:r>
              <a:rPr altLang="en-IN" lang="en-US">
                <a:solidFill>
                  <a:srgbClr val="C00000"/>
                </a:solidFill>
              </a:rPr>
              <a:t>Y</a:t>
            </a:r>
            <a:r>
              <a:rPr altLang="en-IN" lang="en-US">
                <a:solidFill>
                  <a:srgbClr val="C00000"/>
                </a:solidFill>
              </a:rPr>
              <a:t> </a:t>
            </a:r>
            <a:r>
              <a:rPr altLang="en-IN" lang="en-US">
                <a:solidFill>
                  <a:srgbClr val="C00000"/>
                </a:solidFill>
              </a:rPr>
              <a:t>O</a:t>
            </a:r>
            <a:r>
              <a:rPr altLang="en-IN" lang="en-US">
                <a:solidFill>
                  <a:srgbClr val="C00000"/>
                </a:solidFill>
              </a:rPr>
              <a:t>F</a:t>
            </a:r>
            <a:r>
              <a:rPr altLang="en-IN" lang="en-US">
                <a:solidFill>
                  <a:srgbClr val="C00000"/>
                </a:solidFill>
              </a:rPr>
              <a:t> </a:t>
            </a:r>
            <a:r>
              <a:rPr altLang="en-IN" lang="en-US">
                <a:solidFill>
                  <a:srgbClr val="C00000"/>
                </a:solidFill>
              </a:rPr>
              <a:t>F</a:t>
            </a:r>
            <a:r>
              <a:rPr altLang="en-IN" lang="en-US">
                <a:solidFill>
                  <a:srgbClr val="C00000"/>
                </a:solidFill>
              </a:rPr>
              <a:t>O</a:t>
            </a:r>
            <a:r>
              <a:rPr altLang="en-IN" lang="en-US">
                <a:solidFill>
                  <a:srgbClr val="C00000"/>
                </a:solidFill>
              </a:rPr>
              <a:t>R</a:t>
            </a:r>
            <a:r>
              <a:rPr altLang="en-IN" lang="en-US">
                <a:solidFill>
                  <a:srgbClr val="C00000"/>
                </a:solidFill>
              </a:rPr>
              <a:t>E</a:t>
            </a:r>
            <a:r>
              <a:rPr altLang="en-IN" lang="en-US">
                <a:solidFill>
                  <a:srgbClr val="C00000"/>
                </a:solidFill>
              </a:rPr>
              <a:t>N</a:t>
            </a:r>
            <a:r>
              <a:rPr altLang="en-IN" lang="en-US">
                <a:solidFill>
                  <a:srgbClr val="C00000"/>
                </a:solidFill>
              </a:rPr>
              <a:t>S</a:t>
            </a:r>
            <a:r>
              <a:rPr altLang="en-IN" lang="en-US">
                <a:solidFill>
                  <a:srgbClr val="C00000"/>
                </a:solidFill>
              </a:rPr>
              <a:t>I</a:t>
            </a:r>
            <a:r>
              <a:rPr altLang="en-IN" lang="en-US">
                <a:solidFill>
                  <a:srgbClr val="C00000"/>
                </a:solidFill>
              </a:rPr>
              <a:t>C</a:t>
            </a:r>
            <a:r>
              <a:rPr altLang="en-IN" lang="en-US">
                <a:solidFill>
                  <a:srgbClr val="C00000"/>
                </a:solidFill>
              </a:rPr>
              <a:t> </a:t>
            </a:r>
            <a:r>
              <a:rPr altLang="en-IN" lang="en-US">
                <a:solidFill>
                  <a:srgbClr val="C00000"/>
                </a:solidFill>
              </a:rPr>
              <a:t>N</a:t>
            </a:r>
            <a:r>
              <a:rPr altLang="en-IN" lang="en-US">
                <a:solidFill>
                  <a:srgbClr val="C00000"/>
                </a:solidFill>
              </a:rPr>
              <a:t>U</a:t>
            </a:r>
            <a:r>
              <a:rPr altLang="en-IN" lang="en-US">
                <a:solidFill>
                  <a:srgbClr val="C00000"/>
                </a:solidFill>
              </a:rPr>
              <a:t>R</a:t>
            </a:r>
            <a:r>
              <a:rPr altLang="en-IN" lang="en-US">
                <a:solidFill>
                  <a:srgbClr val="C00000"/>
                </a:solidFill>
              </a:rPr>
              <a:t>S</a:t>
            </a:r>
            <a:r>
              <a:rPr altLang="en-IN" lang="en-US">
                <a:solidFill>
                  <a:srgbClr val="C00000"/>
                </a:solidFill>
              </a:rPr>
              <a:t>E</a:t>
            </a:r>
            <a:endParaRPr lang="en-IN"/>
          </a:p>
        </p:txBody>
      </p:sp>
      <p:sp>
        <p:nvSpPr>
          <p:cNvPr id="1048620" name=""/>
          <p:cNvSpPr>
            <a:spLocks noGrp="1"/>
          </p:cNvSpPr>
          <p:nvPr>
            <p:ph idx="1"/>
          </p:nvPr>
        </p:nvSpPr>
        <p:spPr/>
        <p:txBody>
          <a:bodyPr/>
          <a:p>
            <a:pPr indent="0" marL="0">
              <a:buNone/>
            </a:pPr>
            <a:endParaRPr lang="en-IN"/>
          </a:p>
        </p:txBody>
      </p:sp>
      <p:pic>
        <p:nvPicPr>
          <p:cNvPr id="2097158" name=""/>
          <p:cNvPicPr>
            <a:picLocks/>
          </p:cNvPicPr>
          <p:nvPr/>
        </p:nvPicPr>
        <p:blipFill>
          <a:blip xmlns:r="http://schemas.openxmlformats.org/officeDocument/2006/relationships" r:embed="rId1"/>
          <a:stretch>
            <a:fillRect/>
          </a:stretch>
        </p:blipFill>
        <p:spPr>
          <a:xfrm rot="0">
            <a:off x="638152" y="1871368"/>
            <a:ext cx="7876857" cy="4576166"/>
          </a:xfrm>
          <a:prstGeom prst="rec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sp>
        <p:nvSpPr>
          <p:cNvPr id="1048621" name=""/>
          <p:cNvSpPr>
            <a:spLocks noGrp="1"/>
          </p:cNvSpPr>
          <p:nvPr>
            <p:ph idx="1"/>
          </p:nvPr>
        </p:nvSpPr>
        <p:spPr>
          <a:xfrm rot="39433">
            <a:off x="347608" y="1824013"/>
            <a:ext cx="4319494" cy="4351338"/>
          </a:xfrm>
        </p:spPr>
        <p:txBody>
          <a:bodyPr>
            <a:normAutofit fontScale="92857" lnSpcReduction="20000"/>
          </a:bodyPr>
          <a:p>
            <a:pPr indent="0" marL="0">
              <a:buNone/>
            </a:pPr>
            <a:r>
              <a:rPr altLang="en-IN" lang="en-US"/>
              <a:t>P</a:t>
            </a:r>
            <a:r>
              <a:rPr altLang="en-IN" lang="en-US"/>
              <a:t>r</a:t>
            </a:r>
            <a:r>
              <a:rPr altLang="en-IN" lang="en-US"/>
              <a:t>o</a:t>
            </a:r>
            <a:r>
              <a:rPr altLang="en-IN" lang="en-US"/>
              <a:t>v</a:t>
            </a:r>
            <a:r>
              <a:rPr altLang="en-IN" lang="en-US"/>
              <a:t>i</a:t>
            </a:r>
            <a:r>
              <a:rPr altLang="en-IN" lang="en-US"/>
              <a:t>d</a:t>
            </a:r>
            <a:r>
              <a:rPr altLang="en-IN" lang="en-US"/>
              <a:t>i</a:t>
            </a:r>
            <a:r>
              <a:rPr altLang="en-IN" lang="en-US"/>
              <a:t>n</a:t>
            </a:r>
            <a:r>
              <a:rPr altLang="en-IN" lang="en-US"/>
              <a:t>g</a:t>
            </a:r>
            <a:r>
              <a:rPr altLang="en-IN" lang="en-US"/>
              <a:t> </a:t>
            </a:r>
            <a:r>
              <a:rPr altLang="en-IN" lang="en-US"/>
              <a:t>n</a:t>
            </a:r>
            <a:r>
              <a:rPr altLang="en-IN" lang="en-US"/>
              <a:t>u</a:t>
            </a:r>
            <a:r>
              <a:rPr altLang="en-IN" lang="en-US"/>
              <a:t>r</a:t>
            </a:r>
            <a:r>
              <a:rPr altLang="en-IN" lang="en-US"/>
              <a:t>s</a:t>
            </a:r>
            <a:r>
              <a:rPr altLang="en-IN" lang="en-US"/>
              <a:t>i</a:t>
            </a:r>
            <a:r>
              <a:rPr altLang="en-IN" lang="en-US"/>
              <a:t>n</a:t>
            </a:r>
            <a:r>
              <a:rPr altLang="en-IN" lang="en-US"/>
              <a:t>g</a:t>
            </a:r>
            <a:r>
              <a:rPr altLang="en-IN" lang="en-US"/>
              <a:t> </a:t>
            </a:r>
            <a:r>
              <a:rPr altLang="en-IN" lang="en-US"/>
              <a:t>o</a:t>
            </a:r>
            <a:r>
              <a:rPr altLang="en-IN" lang="en-US"/>
              <a:t>r</a:t>
            </a:r>
            <a:r>
              <a:rPr altLang="en-IN" lang="en-US"/>
              <a:t> </a:t>
            </a:r>
            <a:r>
              <a:rPr altLang="en-IN" lang="en-US"/>
              <a:t>m</a:t>
            </a:r>
            <a:r>
              <a:rPr altLang="en-IN" lang="en-US"/>
              <a:t>e</a:t>
            </a:r>
            <a:r>
              <a:rPr altLang="en-IN" lang="en-US"/>
              <a:t>d</a:t>
            </a:r>
            <a:r>
              <a:rPr altLang="en-IN" lang="en-US"/>
              <a:t>i</a:t>
            </a:r>
            <a:r>
              <a:rPr altLang="en-IN" lang="en-US"/>
              <a:t>c</a:t>
            </a:r>
            <a:r>
              <a:rPr altLang="en-IN" lang="en-US"/>
              <a:t>a</a:t>
            </a:r>
            <a:r>
              <a:rPr altLang="en-IN" lang="en-US"/>
              <a:t>l</a:t>
            </a:r>
            <a:r>
              <a:rPr altLang="en-IN" lang="en-US"/>
              <a:t> </a:t>
            </a:r>
            <a:r>
              <a:rPr altLang="en-IN" lang="en-US"/>
              <a:t>c</a:t>
            </a:r>
            <a:r>
              <a:rPr altLang="en-IN" lang="en-US"/>
              <a:t>a</a:t>
            </a:r>
            <a:r>
              <a:rPr altLang="en-IN" lang="en-US"/>
              <a:t>r</a:t>
            </a:r>
            <a:r>
              <a:rPr altLang="en-IN" lang="en-US"/>
              <a:t>e</a:t>
            </a:r>
            <a:r>
              <a:rPr altLang="en-IN" lang="en-US"/>
              <a:t> </a:t>
            </a:r>
            <a:endParaRPr lang="en-IN"/>
          </a:p>
          <a:p>
            <a:pPr indent="0" marL="0">
              <a:buNone/>
            </a:pPr>
            <a:r>
              <a:rPr altLang="en-IN" lang="en-US"/>
              <a:t>O</a:t>
            </a:r>
            <a:r>
              <a:rPr altLang="en-IN" lang="en-US"/>
              <a:t>b</a:t>
            </a:r>
            <a:r>
              <a:rPr altLang="en-IN" lang="en-US"/>
              <a:t>t</a:t>
            </a:r>
            <a:r>
              <a:rPr altLang="en-IN" lang="en-US"/>
              <a:t>a</a:t>
            </a:r>
            <a:r>
              <a:rPr altLang="en-IN" lang="en-US"/>
              <a:t>i</a:t>
            </a:r>
            <a:r>
              <a:rPr altLang="en-IN" lang="en-US"/>
              <a:t>n</a:t>
            </a:r>
            <a:r>
              <a:rPr altLang="en-IN" lang="en-US"/>
              <a:t> </a:t>
            </a:r>
            <a:r>
              <a:rPr altLang="en-IN" lang="en-US"/>
              <a:t>m</a:t>
            </a:r>
            <a:r>
              <a:rPr altLang="en-IN" lang="en-US"/>
              <a:t>e</a:t>
            </a:r>
            <a:r>
              <a:rPr altLang="en-IN" lang="en-US"/>
              <a:t>d</a:t>
            </a:r>
            <a:r>
              <a:rPr altLang="en-IN" lang="en-US"/>
              <a:t>i</a:t>
            </a:r>
            <a:r>
              <a:rPr altLang="en-IN" lang="en-US"/>
              <a:t>c</a:t>
            </a:r>
            <a:r>
              <a:rPr altLang="en-IN" lang="en-US"/>
              <a:t>a</a:t>
            </a:r>
            <a:r>
              <a:rPr altLang="en-IN" lang="en-US"/>
              <a:t>l</a:t>
            </a:r>
            <a:r>
              <a:rPr altLang="en-IN" lang="en-US"/>
              <a:t> </a:t>
            </a:r>
            <a:r>
              <a:rPr altLang="en-IN" lang="en-US"/>
              <a:t>o</a:t>
            </a:r>
            <a:r>
              <a:rPr altLang="en-IN" lang="en-US"/>
              <a:t>r</a:t>
            </a:r>
            <a:r>
              <a:rPr altLang="en-IN" lang="en-US"/>
              <a:t> </a:t>
            </a:r>
            <a:r>
              <a:rPr altLang="en-IN" lang="en-US"/>
              <a:t>f</a:t>
            </a:r>
            <a:r>
              <a:rPr altLang="en-IN" lang="en-US"/>
              <a:t>o</a:t>
            </a:r>
            <a:r>
              <a:rPr altLang="en-IN" lang="en-US"/>
              <a:t>r</a:t>
            </a:r>
            <a:r>
              <a:rPr altLang="en-IN" lang="en-US"/>
              <a:t>e</a:t>
            </a:r>
            <a:r>
              <a:rPr altLang="en-IN" lang="en-US"/>
              <a:t>n</a:t>
            </a:r>
            <a:r>
              <a:rPr altLang="en-IN" lang="en-US"/>
              <a:t>s</a:t>
            </a:r>
            <a:r>
              <a:rPr altLang="en-IN" lang="en-US"/>
              <a:t>i</a:t>
            </a:r>
            <a:r>
              <a:rPr altLang="en-IN" lang="en-US"/>
              <a:t>c</a:t>
            </a:r>
            <a:r>
              <a:rPr altLang="en-IN" lang="en-US"/>
              <a:t> </a:t>
            </a:r>
            <a:r>
              <a:rPr altLang="en-IN" lang="en-US"/>
              <a:t>h</a:t>
            </a:r>
            <a:r>
              <a:rPr altLang="en-IN" lang="en-US"/>
              <a:t>i</a:t>
            </a:r>
            <a:r>
              <a:rPr altLang="en-IN" lang="en-US"/>
              <a:t>s</a:t>
            </a:r>
            <a:r>
              <a:rPr altLang="en-IN" lang="en-US"/>
              <a:t>t</a:t>
            </a:r>
            <a:r>
              <a:rPr altLang="en-IN" lang="en-US"/>
              <a:t>o</a:t>
            </a:r>
            <a:r>
              <a:rPr altLang="en-IN" lang="en-US"/>
              <a:t>r</a:t>
            </a:r>
            <a:r>
              <a:rPr altLang="en-IN" lang="en-US"/>
              <a:t>y</a:t>
            </a:r>
            <a:endParaRPr lang="en-IN"/>
          </a:p>
          <a:p>
            <a:pPr indent="0" marL="0">
              <a:buNone/>
            </a:pPr>
            <a:r>
              <a:rPr altLang="en-IN" lang="en-US"/>
              <a:t>P</a:t>
            </a:r>
            <a:r>
              <a:rPr altLang="en-IN" lang="en-US"/>
              <a:t>h</a:t>
            </a:r>
            <a:r>
              <a:rPr altLang="en-IN" lang="en-US"/>
              <a:t>y</a:t>
            </a:r>
            <a:r>
              <a:rPr altLang="en-IN" lang="en-US"/>
              <a:t>s</a:t>
            </a:r>
            <a:r>
              <a:rPr altLang="en-IN" lang="en-US"/>
              <a:t>i</a:t>
            </a:r>
            <a:r>
              <a:rPr altLang="en-IN" lang="en-US"/>
              <a:t>c</a:t>
            </a:r>
            <a:r>
              <a:rPr altLang="en-IN" lang="en-US"/>
              <a:t>a</a:t>
            </a:r>
            <a:r>
              <a:rPr altLang="en-IN" lang="en-US"/>
              <a:t>l</a:t>
            </a:r>
            <a:r>
              <a:rPr altLang="en-IN" lang="en-US"/>
              <a:t> </a:t>
            </a:r>
            <a:r>
              <a:rPr altLang="en-IN" lang="en-US"/>
              <a:t>e</a:t>
            </a:r>
            <a:r>
              <a:rPr altLang="en-IN" lang="en-US"/>
              <a:t>x</a:t>
            </a:r>
            <a:r>
              <a:rPr altLang="en-IN" lang="en-US"/>
              <a:t>a</a:t>
            </a:r>
            <a:r>
              <a:rPr altLang="en-IN" lang="en-US"/>
              <a:t>m</a:t>
            </a:r>
            <a:r>
              <a:rPr altLang="en-IN" lang="en-US"/>
              <a:t>i</a:t>
            </a:r>
            <a:r>
              <a:rPr altLang="en-IN" lang="en-US"/>
              <a:t>n</a:t>
            </a:r>
            <a:r>
              <a:rPr altLang="en-IN" lang="en-US"/>
              <a:t>a</a:t>
            </a:r>
            <a:r>
              <a:rPr altLang="en-IN" lang="en-US"/>
              <a:t>t</a:t>
            </a:r>
            <a:r>
              <a:rPr altLang="en-IN" lang="en-US"/>
              <a:t>i</a:t>
            </a:r>
            <a:r>
              <a:rPr altLang="en-IN" lang="en-US"/>
              <a:t>o</a:t>
            </a:r>
            <a:r>
              <a:rPr altLang="en-IN" lang="en-US"/>
              <a:t>n</a:t>
            </a:r>
            <a:endParaRPr lang="en-IN"/>
          </a:p>
          <a:p>
            <a:pPr indent="0" marL="0">
              <a:buNone/>
            </a:pPr>
            <a:r>
              <a:rPr altLang="en-IN" lang="en-US"/>
              <a:t>E</a:t>
            </a:r>
            <a:r>
              <a:rPr altLang="en-IN" lang="en-US"/>
              <a:t>v</a:t>
            </a:r>
            <a:r>
              <a:rPr altLang="en-IN" lang="en-US"/>
              <a:t>i</a:t>
            </a:r>
            <a:r>
              <a:rPr altLang="en-IN" lang="en-US"/>
              <a:t>d</a:t>
            </a:r>
            <a:r>
              <a:rPr altLang="en-IN" lang="en-US"/>
              <a:t>e</a:t>
            </a:r>
            <a:r>
              <a:rPr altLang="en-IN" lang="en-US"/>
              <a:t>n</a:t>
            </a:r>
            <a:r>
              <a:rPr altLang="en-IN" lang="en-US"/>
              <a:t>c</a:t>
            </a:r>
            <a:r>
              <a:rPr altLang="en-IN" lang="en-US"/>
              <a:t>e</a:t>
            </a:r>
            <a:r>
              <a:rPr altLang="en-IN" lang="en-US"/>
              <a:t> </a:t>
            </a:r>
            <a:r>
              <a:rPr altLang="en-IN" lang="en-US"/>
              <a:t>c</a:t>
            </a:r>
            <a:r>
              <a:rPr altLang="en-IN" lang="en-US"/>
              <a:t>o</a:t>
            </a:r>
            <a:r>
              <a:rPr altLang="en-IN" lang="en-US"/>
              <a:t>l</a:t>
            </a:r>
            <a:r>
              <a:rPr altLang="en-IN" lang="en-US"/>
              <a:t>l</a:t>
            </a:r>
            <a:r>
              <a:rPr altLang="en-IN" lang="en-US"/>
              <a:t>e</a:t>
            </a:r>
            <a:r>
              <a:rPr altLang="en-IN" lang="en-US"/>
              <a:t>c</a:t>
            </a:r>
            <a:r>
              <a:rPr altLang="en-IN" lang="en-US"/>
              <a:t>t</a:t>
            </a:r>
            <a:r>
              <a:rPr altLang="en-IN" lang="en-US"/>
              <a:t>i</a:t>
            </a:r>
            <a:r>
              <a:rPr altLang="en-IN" lang="en-US"/>
              <a:t>o</a:t>
            </a:r>
            <a:r>
              <a:rPr altLang="en-IN" lang="en-US"/>
              <a:t>n</a:t>
            </a:r>
            <a:r>
              <a:rPr altLang="en-IN" lang="en-US"/>
              <a:t> </a:t>
            </a:r>
            <a:endParaRPr lang="en-IN"/>
          </a:p>
          <a:p>
            <a:pPr indent="0" marL="0">
              <a:buNone/>
            </a:pPr>
            <a:r>
              <a:rPr altLang="en-IN" lang="en-US"/>
              <a:t>P</a:t>
            </a:r>
            <a:r>
              <a:rPr altLang="en-IN" lang="en-US"/>
              <a:t>h</a:t>
            </a:r>
            <a:r>
              <a:rPr altLang="en-IN" lang="en-US"/>
              <a:t>o</a:t>
            </a:r>
            <a:r>
              <a:rPr altLang="en-IN" lang="en-US"/>
              <a:t>t</a:t>
            </a:r>
            <a:r>
              <a:rPr altLang="en-IN" lang="en-US"/>
              <a:t>o</a:t>
            </a:r>
            <a:r>
              <a:rPr altLang="en-IN" lang="en-US"/>
              <a:t>g</a:t>
            </a:r>
            <a:r>
              <a:rPr altLang="en-IN" lang="en-US"/>
              <a:t>r</a:t>
            </a:r>
            <a:r>
              <a:rPr altLang="en-IN" lang="en-US"/>
              <a:t>a</a:t>
            </a:r>
            <a:r>
              <a:rPr altLang="en-IN" lang="en-US"/>
              <a:t>p</a:t>
            </a:r>
            <a:r>
              <a:rPr altLang="en-IN" lang="en-US"/>
              <a:t>h</a:t>
            </a:r>
            <a:r>
              <a:rPr altLang="en-IN" lang="en-US"/>
              <a:t> </a:t>
            </a:r>
            <a:r>
              <a:rPr altLang="en-IN" lang="en-US"/>
              <a:t>i</a:t>
            </a:r>
            <a:r>
              <a:rPr altLang="en-IN" lang="en-US"/>
              <a:t>n</a:t>
            </a:r>
            <a:r>
              <a:rPr altLang="en-IN" lang="en-US"/>
              <a:t>j</a:t>
            </a:r>
            <a:r>
              <a:rPr altLang="en-IN" lang="en-US"/>
              <a:t>u</a:t>
            </a:r>
            <a:r>
              <a:rPr altLang="en-IN" lang="en-US"/>
              <a:t>r</a:t>
            </a:r>
            <a:r>
              <a:rPr altLang="en-IN" lang="en-US"/>
              <a:t>y</a:t>
            </a:r>
            <a:r>
              <a:rPr altLang="en-IN" lang="en-US"/>
              <a:t> </a:t>
            </a:r>
            <a:endParaRPr lang="en-IN"/>
          </a:p>
          <a:p>
            <a:pPr indent="0" marL="0">
              <a:buNone/>
            </a:pPr>
            <a:r>
              <a:rPr altLang="en-IN" lang="en-US"/>
              <a:t>C</a:t>
            </a:r>
            <a:r>
              <a:rPr altLang="en-IN" lang="en-US"/>
              <a:t>o</a:t>
            </a:r>
            <a:r>
              <a:rPr altLang="en-IN" lang="en-US"/>
              <a:t>l</a:t>
            </a:r>
            <a:r>
              <a:rPr altLang="en-IN" lang="en-US"/>
              <a:t>l</a:t>
            </a:r>
            <a:r>
              <a:rPr altLang="en-IN" lang="en-US"/>
              <a:t>a</a:t>
            </a:r>
            <a:r>
              <a:rPr altLang="en-IN" lang="en-US"/>
              <a:t>b</a:t>
            </a:r>
            <a:r>
              <a:rPr altLang="en-IN" lang="en-US"/>
              <a:t>o</a:t>
            </a:r>
            <a:r>
              <a:rPr altLang="en-IN" lang="en-US"/>
              <a:t>r</a:t>
            </a:r>
            <a:r>
              <a:rPr altLang="en-IN" lang="en-US"/>
              <a:t>a</a:t>
            </a:r>
            <a:r>
              <a:rPr altLang="en-IN" lang="en-US"/>
              <a:t>t</a:t>
            </a:r>
            <a:r>
              <a:rPr altLang="en-IN" lang="en-US"/>
              <a:t>e</a:t>
            </a:r>
            <a:r>
              <a:rPr altLang="en-IN" lang="en-US"/>
              <a:t> </a:t>
            </a:r>
            <a:r>
              <a:rPr altLang="en-IN" lang="en-US"/>
              <a:t>w</a:t>
            </a:r>
            <a:r>
              <a:rPr altLang="en-IN" lang="en-US"/>
              <a:t>i</a:t>
            </a:r>
            <a:r>
              <a:rPr altLang="en-IN" lang="en-US"/>
              <a:t>t</a:t>
            </a:r>
            <a:r>
              <a:rPr altLang="en-IN" lang="en-US"/>
              <a:t>h</a:t>
            </a:r>
            <a:r>
              <a:rPr altLang="en-IN" lang="en-US"/>
              <a:t> </a:t>
            </a:r>
            <a:r>
              <a:rPr altLang="en-IN" lang="en-US"/>
              <a:t>o</a:t>
            </a:r>
            <a:r>
              <a:rPr altLang="en-IN" lang="en-US"/>
              <a:t>t</a:t>
            </a:r>
            <a:r>
              <a:rPr altLang="en-IN" lang="en-US"/>
              <a:t>h</a:t>
            </a:r>
            <a:r>
              <a:rPr altLang="en-IN" lang="en-US"/>
              <a:t>e</a:t>
            </a:r>
            <a:r>
              <a:rPr altLang="en-IN" lang="en-US"/>
              <a:t>r</a:t>
            </a:r>
            <a:r>
              <a:rPr altLang="en-IN" lang="en-US"/>
              <a:t> </a:t>
            </a:r>
            <a:r>
              <a:rPr altLang="en-IN" lang="en-US"/>
              <a:t>t</a:t>
            </a:r>
            <a:r>
              <a:rPr altLang="en-IN" lang="en-US"/>
              <a:t>e</a:t>
            </a:r>
            <a:r>
              <a:rPr altLang="en-IN" lang="en-US"/>
              <a:t>a</a:t>
            </a:r>
            <a:r>
              <a:rPr altLang="en-IN" lang="en-US"/>
              <a:t>m</a:t>
            </a:r>
            <a:r>
              <a:rPr altLang="en-IN" lang="en-US"/>
              <a:t> </a:t>
            </a:r>
            <a:r>
              <a:rPr altLang="en-IN" lang="en-US"/>
              <a:t>m</a:t>
            </a:r>
            <a:r>
              <a:rPr altLang="en-IN" lang="en-US"/>
              <a:t>e</a:t>
            </a:r>
            <a:r>
              <a:rPr altLang="en-IN" lang="en-US"/>
              <a:t>m</a:t>
            </a:r>
            <a:r>
              <a:rPr altLang="en-IN" lang="en-US"/>
              <a:t>b</a:t>
            </a:r>
            <a:r>
              <a:rPr altLang="en-IN" lang="en-US"/>
              <a:t>e</a:t>
            </a:r>
            <a:r>
              <a:rPr altLang="en-IN" lang="en-US"/>
              <a:t>r</a:t>
            </a:r>
            <a:r>
              <a:rPr altLang="en-IN" lang="en-US"/>
              <a:t>s</a:t>
            </a:r>
            <a:endParaRPr lang="en-IN"/>
          </a:p>
          <a:p>
            <a:pPr indent="0" marL="0">
              <a:buNone/>
            </a:pPr>
            <a:r>
              <a:rPr altLang="en-IN" lang="en-US"/>
              <a:t>T</a:t>
            </a:r>
            <a:r>
              <a:rPr altLang="en-IN" lang="en-US"/>
              <a:t>e</a:t>
            </a:r>
            <a:r>
              <a:rPr altLang="en-IN" lang="en-US"/>
              <a:t>s</a:t>
            </a:r>
            <a:r>
              <a:rPr altLang="en-IN" lang="en-US"/>
              <a:t>t</a:t>
            </a:r>
            <a:r>
              <a:rPr altLang="en-IN" lang="en-US"/>
              <a:t>i</a:t>
            </a:r>
            <a:r>
              <a:rPr altLang="en-IN" lang="en-US"/>
              <a:t>f</a:t>
            </a:r>
            <a:r>
              <a:rPr altLang="en-IN" lang="en-US"/>
              <a:t>y</a:t>
            </a:r>
            <a:r>
              <a:rPr altLang="en-IN" lang="en-US"/>
              <a:t>i</a:t>
            </a:r>
            <a:r>
              <a:rPr altLang="en-IN" lang="en-US"/>
              <a:t>n</a:t>
            </a:r>
            <a:r>
              <a:rPr altLang="en-IN" lang="en-US"/>
              <a:t>g</a:t>
            </a:r>
            <a:r>
              <a:rPr altLang="en-IN" lang="en-US"/>
              <a:t> </a:t>
            </a:r>
            <a:r>
              <a:rPr altLang="en-IN" lang="en-US"/>
              <a:t>i</a:t>
            </a:r>
            <a:r>
              <a:rPr altLang="en-IN" lang="en-US"/>
              <a:t>n</a:t>
            </a:r>
            <a:r>
              <a:rPr altLang="en-IN" lang="en-US"/>
              <a:t> </a:t>
            </a:r>
            <a:r>
              <a:rPr altLang="en-IN" lang="en-US"/>
              <a:t>t</a:t>
            </a:r>
            <a:r>
              <a:rPr altLang="en-IN" lang="en-US"/>
              <a:t>h</a:t>
            </a:r>
            <a:r>
              <a:rPr altLang="en-IN" lang="en-US"/>
              <a:t>e</a:t>
            </a:r>
            <a:r>
              <a:rPr altLang="en-IN" lang="en-US"/>
              <a:t> </a:t>
            </a:r>
            <a:r>
              <a:rPr altLang="en-IN" lang="en-US"/>
              <a:t>c</a:t>
            </a:r>
            <a:r>
              <a:rPr altLang="en-IN" lang="en-US"/>
              <a:t>o</a:t>
            </a:r>
            <a:r>
              <a:rPr altLang="en-IN" lang="en-US"/>
              <a:t>u</a:t>
            </a:r>
            <a:r>
              <a:rPr altLang="en-IN" lang="en-US"/>
              <a:t>r</a:t>
            </a:r>
            <a:r>
              <a:rPr altLang="en-IN" lang="en-US"/>
              <a:t>t</a:t>
            </a:r>
            <a:endParaRPr lang="en-IN"/>
          </a:p>
        </p:txBody>
      </p:sp>
      <p:pic>
        <p:nvPicPr>
          <p:cNvPr id="2097159" name=""/>
          <p:cNvPicPr>
            <a:picLocks/>
          </p:cNvPicPr>
          <p:nvPr/>
        </p:nvPicPr>
        <p:blipFill>
          <a:blip xmlns:r="http://schemas.openxmlformats.org/officeDocument/2006/relationships" r:embed="rId1"/>
          <a:stretch>
            <a:fillRect/>
          </a:stretch>
        </p:blipFill>
        <p:spPr>
          <a:xfrm rot="0">
            <a:off x="4448086" y="481873"/>
            <a:ext cx="4297655" cy="5690834"/>
          </a:xfrm>
          <a:prstGeom prst="rec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22" name=""/>
          <p:cNvSpPr>
            <a:spLocks noGrp="1"/>
          </p:cNvSpPr>
          <p:nvPr>
            <p:ph idx="1"/>
          </p:nvPr>
        </p:nvSpPr>
        <p:spPr>
          <a:noFill/>
          <a:ln>
            <a:noFill/>
            <a:prstDash val="solid"/>
          </a:ln>
        </p:spPr>
        <p:txBody>
          <a:bodyPr/>
          <a:p>
            <a:pPr indent="0" marL="0">
              <a:buNone/>
            </a:pPr>
            <a:r>
              <a:rPr altLang="en-IN" lang="en-US">
                <a:solidFill>
                  <a:srgbClr val="00B0F0"/>
                </a:solidFill>
              </a:rPr>
              <a:t>I</a:t>
            </a:r>
            <a:r>
              <a:rPr altLang="en-IN" lang="en-US">
                <a:solidFill>
                  <a:srgbClr val="00B0F0"/>
                </a:solidFill>
              </a:rPr>
              <a:t>N</a:t>
            </a:r>
            <a:r>
              <a:rPr altLang="en-IN" lang="en-US">
                <a:solidFill>
                  <a:srgbClr val="00B0F0"/>
                </a:solidFill>
              </a:rPr>
              <a:t>C</a:t>
            </a:r>
            <a:r>
              <a:rPr altLang="en-IN" lang="en-US">
                <a:solidFill>
                  <a:srgbClr val="00B0F0"/>
                </a:solidFill>
              </a:rPr>
              <a:t> </a:t>
            </a:r>
            <a:r>
              <a:rPr altLang="en-IN" lang="en-US">
                <a:solidFill>
                  <a:srgbClr val="00B0F0"/>
                </a:solidFill>
              </a:rPr>
              <a:t>A</a:t>
            </a:r>
            <a:r>
              <a:rPr altLang="en-IN" lang="en-US">
                <a:solidFill>
                  <a:srgbClr val="00B0F0"/>
                </a:solidFill>
              </a:rPr>
              <a:t>N</a:t>
            </a:r>
            <a:r>
              <a:rPr altLang="en-IN" lang="en-US">
                <a:solidFill>
                  <a:srgbClr val="00B0F0"/>
                </a:solidFill>
              </a:rPr>
              <a:t>D</a:t>
            </a:r>
            <a:r>
              <a:rPr altLang="en-IN" lang="en-US">
                <a:solidFill>
                  <a:srgbClr val="00B0F0"/>
                </a:solidFill>
              </a:rPr>
              <a:t> </a:t>
            </a:r>
            <a:r>
              <a:rPr altLang="en-IN" lang="en-US">
                <a:solidFill>
                  <a:srgbClr val="00B0F0"/>
                </a:solidFill>
              </a:rPr>
              <a:t>S</a:t>
            </a:r>
            <a:r>
              <a:rPr altLang="en-IN" lang="en-US">
                <a:solidFill>
                  <a:srgbClr val="00B0F0"/>
                </a:solidFill>
              </a:rPr>
              <a:t>N</a:t>
            </a:r>
            <a:r>
              <a:rPr altLang="en-IN" lang="en-US">
                <a:solidFill>
                  <a:srgbClr val="00B0F0"/>
                </a:solidFill>
              </a:rPr>
              <a:t>C</a:t>
            </a:r>
            <a:r>
              <a:rPr altLang="en-IN" lang="en-US">
                <a:solidFill>
                  <a:srgbClr val="00B0F0"/>
                </a:solidFill>
              </a:rPr>
              <a:t> </a:t>
            </a:r>
            <a:r>
              <a:rPr altLang="en-IN" lang="en-US">
                <a:solidFill>
                  <a:srgbClr val="00B0F0"/>
                </a:solidFill>
              </a:rPr>
              <a:t>ACTS</a:t>
            </a:r>
            <a:endParaRPr lang="en-IN"/>
          </a:p>
          <a:p>
            <a:pPr indent="0" marL="0">
              <a:buNone/>
            </a:pPr>
            <a:r>
              <a:rPr altLang="en-IN" lang="en-US">
                <a:solidFill>
                  <a:srgbClr val="000000"/>
                </a:solidFill>
              </a:rPr>
              <a:t>I</a:t>
            </a:r>
            <a:r>
              <a:rPr altLang="en-IN" lang="en-US">
                <a:solidFill>
                  <a:srgbClr val="000000"/>
                </a:solidFill>
              </a:rPr>
              <a:t>n</a:t>
            </a:r>
            <a:r>
              <a:rPr altLang="en-IN" lang="en-US">
                <a:solidFill>
                  <a:srgbClr val="000000"/>
                </a:solidFill>
              </a:rPr>
              <a:t>d</a:t>
            </a:r>
            <a:r>
              <a:rPr altLang="en-IN" lang="en-US">
                <a:solidFill>
                  <a:srgbClr val="000000"/>
                </a:solidFill>
              </a:rPr>
              <a:t>i</a:t>
            </a:r>
            <a:r>
              <a:rPr altLang="en-IN" lang="en-US">
                <a:solidFill>
                  <a:srgbClr val="000000"/>
                </a:solidFill>
              </a:rPr>
              <a:t>a</a:t>
            </a:r>
            <a:r>
              <a:rPr altLang="en-IN" lang="en-US">
                <a:solidFill>
                  <a:srgbClr val="000000"/>
                </a:solidFill>
              </a:rPr>
              <a:t>n</a:t>
            </a:r>
            <a:r>
              <a:rPr altLang="en-IN" lang="en-US">
                <a:solidFill>
                  <a:srgbClr val="000000"/>
                </a:solidFill>
              </a:rPr>
              <a:t> </a:t>
            </a:r>
            <a:r>
              <a:rPr altLang="en-IN" lang="en-US">
                <a:solidFill>
                  <a:srgbClr val="000000"/>
                </a:solidFill>
              </a:rPr>
              <a:t>N</a:t>
            </a:r>
            <a:r>
              <a:rPr altLang="en-IN" lang="en-US">
                <a:solidFill>
                  <a:srgbClr val="000000"/>
                </a:solidFill>
              </a:rPr>
              <a:t>u</a:t>
            </a:r>
            <a:r>
              <a:rPr altLang="en-IN" lang="en-US">
                <a:solidFill>
                  <a:srgbClr val="000000"/>
                </a:solidFill>
              </a:rPr>
              <a:t>r</a:t>
            </a:r>
            <a:r>
              <a:rPr altLang="en-IN" lang="en-US">
                <a:solidFill>
                  <a:srgbClr val="000000"/>
                </a:solidFill>
              </a:rPr>
              <a:t>s</a:t>
            </a:r>
            <a:r>
              <a:rPr altLang="en-IN" lang="en-US">
                <a:solidFill>
                  <a:srgbClr val="000000"/>
                </a:solidFill>
              </a:rPr>
              <a:t>i</a:t>
            </a:r>
            <a:r>
              <a:rPr altLang="en-IN" lang="en-US">
                <a:solidFill>
                  <a:srgbClr val="000000"/>
                </a:solidFill>
              </a:rPr>
              <a:t>n</a:t>
            </a:r>
            <a:r>
              <a:rPr altLang="en-IN" lang="en-US">
                <a:solidFill>
                  <a:srgbClr val="000000"/>
                </a:solidFill>
              </a:rPr>
              <a:t>g</a:t>
            </a:r>
            <a:r>
              <a:rPr altLang="en-IN" lang="en-US">
                <a:solidFill>
                  <a:srgbClr val="000000"/>
                </a:solidFill>
              </a:rPr>
              <a:t> </a:t>
            </a:r>
            <a:r>
              <a:rPr altLang="en-IN" lang="en-US">
                <a:solidFill>
                  <a:srgbClr val="000000"/>
                </a:solidFill>
              </a:rPr>
              <a:t>Co</a:t>
            </a:r>
            <a:r>
              <a:rPr altLang="en-IN" lang="en-US">
                <a:solidFill>
                  <a:srgbClr val="000000"/>
                </a:solidFill>
              </a:rPr>
              <a:t>u</a:t>
            </a:r>
            <a:r>
              <a:rPr altLang="en-IN" lang="en-US">
                <a:solidFill>
                  <a:srgbClr val="000000"/>
                </a:solidFill>
              </a:rPr>
              <a:t>n</a:t>
            </a:r>
            <a:r>
              <a:rPr altLang="en-IN" lang="en-US">
                <a:solidFill>
                  <a:srgbClr val="000000"/>
                </a:solidFill>
              </a:rPr>
              <a:t>c</a:t>
            </a:r>
            <a:r>
              <a:rPr altLang="en-IN" lang="en-US">
                <a:solidFill>
                  <a:srgbClr val="000000"/>
                </a:solidFill>
              </a:rPr>
              <a:t>i</a:t>
            </a:r>
            <a:r>
              <a:rPr altLang="en-IN" lang="en-US">
                <a:solidFill>
                  <a:srgbClr val="000000"/>
                </a:solidFill>
              </a:rPr>
              <a:t>l</a:t>
            </a:r>
            <a:r>
              <a:rPr altLang="en-IN" lang="en-US">
                <a:solidFill>
                  <a:srgbClr val="000000"/>
                </a:solidFill>
              </a:rPr>
              <a:t> </a:t>
            </a:r>
            <a:r>
              <a:rPr altLang="en-IN" lang="en-US">
                <a:solidFill>
                  <a:srgbClr val="000000"/>
                </a:solidFill>
              </a:rPr>
              <a:t>A</a:t>
            </a:r>
            <a:r>
              <a:rPr altLang="en-IN" lang="en-US">
                <a:solidFill>
                  <a:srgbClr val="000000"/>
                </a:solidFill>
              </a:rPr>
              <a:t>c</a:t>
            </a:r>
            <a:r>
              <a:rPr altLang="en-IN" lang="en-US">
                <a:solidFill>
                  <a:srgbClr val="000000"/>
                </a:solidFill>
              </a:rPr>
              <a:t>t</a:t>
            </a:r>
            <a:r>
              <a:rPr altLang="en-IN" lang="en-US">
                <a:solidFill>
                  <a:srgbClr val="000000"/>
                </a:solidFill>
              </a:rPr>
              <a:t>,</a:t>
            </a:r>
            <a:r>
              <a:rPr altLang="en-IN" lang="en-US">
                <a:solidFill>
                  <a:srgbClr val="000000"/>
                </a:solidFill>
              </a:rPr>
              <a:t> </a:t>
            </a:r>
            <a:r>
              <a:rPr altLang="en-IN" lang="en-US">
                <a:solidFill>
                  <a:srgbClr val="000000"/>
                </a:solidFill>
              </a:rPr>
              <a:t>1</a:t>
            </a:r>
            <a:r>
              <a:rPr altLang="en-IN" lang="en-US">
                <a:solidFill>
                  <a:srgbClr val="000000"/>
                </a:solidFill>
              </a:rPr>
              <a:t>9</a:t>
            </a:r>
            <a:r>
              <a:rPr altLang="en-IN" lang="en-US">
                <a:solidFill>
                  <a:srgbClr val="000000"/>
                </a:solidFill>
              </a:rPr>
              <a:t>4</a:t>
            </a:r>
            <a:r>
              <a:rPr altLang="en-IN" lang="en-US">
                <a:solidFill>
                  <a:srgbClr val="000000"/>
                </a:solidFill>
              </a:rPr>
              <a:t>7</a:t>
            </a:r>
            <a:r>
              <a:rPr altLang="en-IN" lang="en-US">
                <a:solidFill>
                  <a:srgbClr val="000000"/>
                </a:solidFill>
              </a:rPr>
              <a:t> </a:t>
            </a:r>
            <a:r>
              <a:rPr altLang="en-IN" lang="en-US">
                <a:solidFill>
                  <a:srgbClr val="000000"/>
                </a:solidFill>
              </a:rPr>
              <a:t>:</a:t>
            </a:r>
            <a:endParaRPr lang="en-IN"/>
          </a:p>
          <a:p>
            <a:pPr indent="0" marL="0">
              <a:buNone/>
            </a:pPr>
            <a:r>
              <a:rPr altLang="en-IN" lang="en-US">
                <a:solidFill>
                  <a:srgbClr val="000000"/>
                </a:solidFill>
              </a:rPr>
              <a:t>T</a:t>
            </a:r>
            <a:r>
              <a:rPr altLang="en-IN" lang="en-US">
                <a:solidFill>
                  <a:srgbClr val="000000"/>
                </a:solidFill>
              </a:rPr>
              <a:t>h</a:t>
            </a:r>
            <a:r>
              <a:rPr altLang="en-IN" lang="en-US">
                <a:solidFill>
                  <a:srgbClr val="000000"/>
                </a:solidFill>
              </a:rPr>
              <a:t>i</a:t>
            </a:r>
            <a:r>
              <a:rPr altLang="en-IN" lang="en-US">
                <a:solidFill>
                  <a:srgbClr val="000000"/>
                </a:solidFill>
              </a:rPr>
              <a:t>s</a:t>
            </a:r>
            <a:r>
              <a:rPr altLang="en-IN" lang="en-US">
                <a:solidFill>
                  <a:srgbClr val="000000"/>
                </a:solidFill>
              </a:rPr>
              <a:t> </a:t>
            </a:r>
            <a:r>
              <a:rPr altLang="en-IN" lang="en-US">
                <a:solidFill>
                  <a:srgbClr val="000000"/>
                </a:solidFill>
              </a:rPr>
              <a:t>a</a:t>
            </a:r>
            <a:r>
              <a:rPr altLang="en-IN" lang="en-US">
                <a:solidFill>
                  <a:srgbClr val="000000"/>
                </a:solidFill>
              </a:rPr>
              <a:t>c</a:t>
            </a:r>
            <a:r>
              <a:rPr altLang="en-IN" lang="en-US">
                <a:solidFill>
                  <a:srgbClr val="000000"/>
                </a:solidFill>
              </a:rPr>
              <a:t>t</a:t>
            </a:r>
            <a:r>
              <a:rPr altLang="en-IN" lang="en-US">
                <a:solidFill>
                  <a:srgbClr val="000000"/>
                </a:solidFill>
              </a:rPr>
              <a:t> </a:t>
            </a:r>
            <a:r>
              <a:rPr altLang="en-IN" lang="en-US">
                <a:solidFill>
                  <a:srgbClr val="000000"/>
                </a:solidFill>
              </a:rPr>
              <a:t>s</a:t>
            </a:r>
            <a:r>
              <a:rPr altLang="en-IN" lang="en-US">
                <a:solidFill>
                  <a:srgbClr val="000000"/>
                </a:solidFill>
              </a:rPr>
              <a:t>u</a:t>
            </a:r>
            <a:r>
              <a:rPr altLang="en-IN" lang="en-US">
                <a:solidFill>
                  <a:srgbClr val="000000"/>
                </a:solidFill>
              </a:rPr>
              <a:t>m</a:t>
            </a:r>
            <a:r>
              <a:rPr altLang="en-IN" lang="en-US">
                <a:solidFill>
                  <a:srgbClr val="000000"/>
                </a:solidFill>
              </a:rPr>
              <a:t>m</a:t>
            </a:r>
            <a:r>
              <a:rPr altLang="en-IN" lang="en-US">
                <a:solidFill>
                  <a:srgbClr val="000000"/>
                </a:solidFill>
              </a:rPr>
              <a:t>a</a:t>
            </a:r>
            <a:r>
              <a:rPr altLang="en-IN" lang="en-US">
                <a:solidFill>
                  <a:srgbClr val="000000"/>
                </a:solidFill>
              </a:rPr>
              <a:t>r</a:t>
            </a:r>
            <a:r>
              <a:rPr altLang="en-IN" lang="en-US">
                <a:solidFill>
                  <a:srgbClr val="000000"/>
                </a:solidFill>
              </a:rPr>
              <a:t>i</a:t>
            </a:r>
            <a:r>
              <a:rPr altLang="en-IN" lang="en-US">
                <a:solidFill>
                  <a:srgbClr val="000000"/>
                </a:solidFill>
              </a:rPr>
              <a:t>l</a:t>
            </a:r>
            <a:r>
              <a:rPr altLang="en-IN" lang="en-US">
                <a:solidFill>
                  <a:srgbClr val="000000"/>
                </a:solidFill>
              </a:rPr>
              <a:t>y</a:t>
            </a:r>
            <a:r>
              <a:rPr altLang="en-IN" lang="en-US">
                <a:solidFill>
                  <a:srgbClr val="000000"/>
                </a:solidFill>
              </a:rPr>
              <a:t> </a:t>
            </a:r>
            <a:r>
              <a:rPr altLang="en-IN" lang="en-US">
                <a:solidFill>
                  <a:srgbClr val="000000"/>
                </a:solidFill>
              </a:rPr>
              <a:t>d</a:t>
            </a:r>
            <a:r>
              <a:rPr altLang="en-IN" lang="en-US">
                <a:solidFill>
                  <a:srgbClr val="000000"/>
                </a:solidFill>
              </a:rPr>
              <a:t>e</a:t>
            </a:r>
            <a:r>
              <a:rPr altLang="en-IN" lang="en-US">
                <a:solidFill>
                  <a:srgbClr val="000000"/>
                </a:solidFill>
              </a:rPr>
              <a:t>f</a:t>
            </a:r>
            <a:r>
              <a:rPr altLang="en-IN" lang="en-US">
                <a:solidFill>
                  <a:srgbClr val="000000"/>
                </a:solidFill>
              </a:rPr>
              <a:t>i</a:t>
            </a:r>
            <a:r>
              <a:rPr altLang="en-IN" lang="en-US">
                <a:solidFill>
                  <a:srgbClr val="000000"/>
                </a:solidFill>
              </a:rPr>
              <a:t>n</a:t>
            </a:r>
            <a:r>
              <a:rPr altLang="en-IN" lang="en-US">
                <a:solidFill>
                  <a:srgbClr val="000000"/>
                </a:solidFill>
              </a:rPr>
              <a:t>e</a:t>
            </a:r>
            <a:r>
              <a:rPr altLang="en-IN" lang="en-US">
                <a:solidFill>
                  <a:srgbClr val="000000"/>
                </a:solidFill>
              </a:rPr>
              <a:t>s</a:t>
            </a:r>
            <a:r>
              <a:rPr altLang="en-IN" lang="en-US">
                <a:solidFill>
                  <a:srgbClr val="000000"/>
                </a:solidFill>
              </a:rPr>
              <a:t> </a:t>
            </a:r>
            <a:r>
              <a:rPr altLang="en-IN" lang="en-US">
                <a:solidFill>
                  <a:srgbClr val="000000"/>
                </a:solidFill>
              </a:rPr>
              <a:t>w</a:t>
            </a:r>
            <a:r>
              <a:rPr altLang="en-IN" lang="en-US">
                <a:solidFill>
                  <a:srgbClr val="000000"/>
                </a:solidFill>
              </a:rPr>
              <a:t>h</a:t>
            </a:r>
            <a:r>
              <a:rPr altLang="en-IN" lang="en-US">
                <a:solidFill>
                  <a:srgbClr val="000000"/>
                </a:solidFill>
              </a:rPr>
              <a:t>o</a:t>
            </a:r>
            <a:r>
              <a:rPr altLang="en-IN" lang="en-US">
                <a:solidFill>
                  <a:srgbClr val="000000"/>
                </a:solidFill>
              </a:rPr>
              <a:t> </a:t>
            </a:r>
            <a:r>
              <a:rPr altLang="en-IN" lang="en-US">
                <a:solidFill>
                  <a:srgbClr val="000000"/>
                </a:solidFill>
              </a:rPr>
              <a:t>c</a:t>
            </a:r>
            <a:r>
              <a:rPr altLang="en-IN" lang="en-US">
                <a:solidFill>
                  <a:srgbClr val="000000"/>
                </a:solidFill>
              </a:rPr>
              <a:t>a</a:t>
            </a:r>
            <a:r>
              <a:rPr altLang="en-IN" lang="en-US">
                <a:solidFill>
                  <a:srgbClr val="000000"/>
                </a:solidFill>
              </a:rPr>
              <a:t>n</a:t>
            </a:r>
            <a:r>
              <a:rPr altLang="en-IN" lang="en-US">
                <a:solidFill>
                  <a:srgbClr val="000000"/>
                </a:solidFill>
              </a:rPr>
              <a:t> </a:t>
            </a:r>
            <a:r>
              <a:rPr altLang="en-IN" lang="en-US">
                <a:solidFill>
                  <a:srgbClr val="000000"/>
                </a:solidFill>
              </a:rPr>
              <a:t>w</a:t>
            </a:r>
            <a:r>
              <a:rPr altLang="en-IN" lang="en-US">
                <a:solidFill>
                  <a:srgbClr val="000000"/>
                </a:solidFill>
              </a:rPr>
              <a:t>o</a:t>
            </a:r>
            <a:r>
              <a:rPr altLang="en-IN" lang="en-US">
                <a:solidFill>
                  <a:srgbClr val="000000"/>
                </a:solidFill>
              </a:rPr>
              <a:t>r</a:t>
            </a:r>
            <a:r>
              <a:rPr altLang="en-IN" lang="en-US">
                <a:solidFill>
                  <a:srgbClr val="000000"/>
                </a:solidFill>
              </a:rPr>
              <a:t>k </a:t>
            </a:r>
            <a:r>
              <a:rPr altLang="en-IN" lang="en-US">
                <a:solidFill>
                  <a:srgbClr val="000000"/>
                </a:solidFill>
              </a:rPr>
              <a:t>a</a:t>
            </a:r>
            <a:r>
              <a:rPr altLang="en-IN" lang="en-US">
                <a:solidFill>
                  <a:srgbClr val="000000"/>
                </a:solidFill>
              </a:rPr>
              <a:t>s</a:t>
            </a:r>
            <a:r>
              <a:rPr altLang="en-IN" lang="en-US">
                <a:solidFill>
                  <a:srgbClr val="000000"/>
                </a:solidFill>
              </a:rPr>
              <a:t> </a:t>
            </a:r>
            <a:r>
              <a:rPr altLang="en-IN" lang="en-US">
                <a:solidFill>
                  <a:srgbClr val="000000"/>
                </a:solidFill>
              </a:rPr>
              <a:t>a</a:t>
            </a:r>
            <a:r>
              <a:rPr altLang="en-IN" lang="en-US">
                <a:solidFill>
                  <a:srgbClr val="000000"/>
                </a:solidFill>
              </a:rPr>
              <a:t> </a:t>
            </a:r>
            <a:r>
              <a:rPr altLang="en-IN" lang="en-US">
                <a:solidFill>
                  <a:srgbClr val="000000"/>
                </a:solidFill>
              </a:rPr>
              <a:t>n</a:t>
            </a:r>
            <a:r>
              <a:rPr altLang="en-IN" lang="en-US">
                <a:solidFill>
                  <a:srgbClr val="000000"/>
                </a:solidFill>
              </a:rPr>
              <a:t>u</a:t>
            </a:r>
            <a:r>
              <a:rPr altLang="en-IN" lang="en-US">
                <a:solidFill>
                  <a:srgbClr val="000000"/>
                </a:solidFill>
              </a:rPr>
              <a:t>r</a:t>
            </a:r>
            <a:r>
              <a:rPr altLang="en-IN" lang="en-US">
                <a:solidFill>
                  <a:srgbClr val="000000"/>
                </a:solidFill>
              </a:rPr>
              <a:t>s</a:t>
            </a:r>
            <a:r>
              <a:rPr altLang="en-IN" lang="en-US">
                <a:solidFill>
                  <a:srgbClr val="000000"/>
                </a:solidFill>
              </a:rPr>
              <a:t>e</a:t>
            </a:r>
            <a:r>
              <a:rPr altLang="en-IN" lang="en-US">
                <a:solidFill>
                  <a:srgbClr val="000000"/>
                </a:solidFill>
              </a:rPr>
              <a:t>,</a:t>
            </a:r>
            <a:r>
              <a:rPr altLang="en-IN" lang="en-US">
                <a:solidFill>
                  <a:srgbClr val="000000"/>
                </a:solidFill>
              </a:rPr>
              <a:t> </a:t>
            </a:r>
            <a:r>
              <a:rPr altLang="en-IN" lang="en-US">
                <a:solidFill>
                  <a:srgbClr val="000000"/>
                </a:solidFill>
              </a:rPr>
              <a:t>t</a:t>
            </a:r>
            <a:r>
              <a:rPr altLang="en-IN" lang="en-US">
                <a:solidFill>
                  <a:srgbClr val="000000"/>
                </a:solidFill>
              </a:rPr>
              <a:t>h</a:t>
            </a:r>
            <a:r>
              <a:rPr altLang="en-IN" lang="en-US">
                <a:solidFill>
                  <a:srgbClr val="000000"/>
                </a:solidFill>
              </a:rPr>
              <a:t>e</a:t>
            </a:r>
            <a:r>
              <a:rPr altLang="en-IN" lang="en-US">
                <a:solidFill>
                  <a:srgbClr val="000000"/>
                </a:solidFill>
              </a:rPr>
              <a:t> </a:t>
            </a:r>
            <a:r>
              <a:rPr altLang="en-IN" lang="en-US">
                <a:solidFill>
                  <a:srgbClr val="000000"/>
                </a:solidFill>
              </a:rPr>
              <a:t>b</a:t>
            </a:r>
            <a:r>
              <a:rPr altLang="en-IN" lang="en-US">
                <a:solidFill>
                  <a:srgbClr val="000000"/>
                </a:solidFill>
              </a:rPr>
              <a:t>a</a:t>
            </a:r>
            <a:r>
              <a:rPr altLang="en-IN" lang="en-US">
                <a:solidFill>
                  <a:srgbClr val="000000"/>
                </a:solidFill>
              </a:rPr>
              <a:t>s</a:t>
            </a:r>
            <a:r>
              <a:rPr altLang="en-IN" lang="en-US">
                <a:solidFill>
                  <a:srgbClr val="000000"/>
                </a:solidFill>
              </a:rPr>
              <a:t>i</a:t>
            </a:r>
            <a:r>
              <a:rPr altLang="en-IN" lang="en-US">
                <a:solidFill>
                  <a:srgbClr val="000000"/>
                </a:solidFill>
              </a:rPr>
              <a:t>c</a:t>
            </a:r>
            <a:r>
              <a:rPr altLang="en-IN" lang="en-US">
                <a:solidFill>
                  <a:srgbClr val="000000"/>
                </a:solidFill>
              </a:rPr>
              <a:t> </a:t>
            </a:r>
            <a:r>
              <a:rPr altLang="en-IN" lang="en-US">
                <a:solidFill>
                  <a:srgbClr val="000000"/>
                </a:solidFill>
              </a:rPr>
              <a:t>q</a:t>
            </a:r>
            <a:r>
              <a:rPr altLang="en-IN" lang="en-US">
                <a:solidFill>
                  <a:srgbClr val="000000"/>
                </a:solidFill>
              </a:rPr>
              <a:t>u</a:t>
            </a:r>
            <a:r>
              <a:rPr altLang="en-IN" lang="en-US">
                <a:solidFill>
                  <a:srgbClr val="000000"/>
                </a:solidFill>
              </a:rPr>
              <a:t>a</a:t>
            </a:r>
            <a:r>
              <a:rPr altLang="en-IN" lang="en-US">
                <a:solidFill>
                  <a:srgbClr val="000000"/>
                </a:solidFill>
              </a:rPr>
              <a:t>l</a:t>
            </a:r>
            <a:r>
              <a:rPr altLang="en-IN" lang="en-US">
                <a:solidFill>
                  <a:srgbClr val="000000"/>
                </a:solidFill>
              </a:rPr>
              <a:t>i</a:t>
            </a:r>
            <a:r>
              <a:rPr altLang="en-IN" lang="en-US">
                <a:solidFill>
                  <a:srgbClr val="000000"/>
                </a:solidFill>
              </a:rPr>
              <a:t>f</a:t>
            </a:r>
            <a:r>
              <a:rPr altLang="en-IN" lang="en-US">
                <a:solidFill>
                  <a:srgbClr val="000000"/>
                </a:solidFill>
              </a:rPr>
              <a:t>i</a:t>
            </a:r>
            <a:r>
              <a:rPr altLang="en-IN" lang="en-US">
                <a:solidFill>
                  <a:srgbClr val="000000"/>
                </a:solidFill>
              </a:rPr>
              <a:t>cation</a:t>
            </a:r>
            <a:r>
              <a:rPr altLang="en-IN" lang="en-US">
                <a:solidFill>
                  <a:srgbClr val="000000"/>
                </a:solidFill>
              </a:rPr>
              <a:t>s</a:t>
            </a:r>
            <a:r>
              <a:rPr altLang="en-IN" lang="en-US">
                <a:solidFill>
                  <a:srgbClr val="000000"/>
                </a:solidFill>
              </a:rPr>
              <a:t> </a:t>
            </a:r>
            <a:r>
              <a:rPr altLang="en-IN" lang="en-US">
                <a:solidFill>
                  <a:srgbClr val="000000"/>
                </a:solidFill>
              </a:rPr>
              <a:t>r</a:t>
            </a:r>
            <a:r>
              <a:rPr altLang="en-IN" lang="en-US">
                <a:solidFill>
                  <a:srgbClr val="000000"/>
                </a:solidFill>
              </a:rPr>
              <a:t>e</a:t>
            </a:r>
            <a:r>
              <a:rPr altLang="en-IN" lang="en-US">
                <a:solidFill>
                  <a:srgbClr val="000000"/>
                </a:solidFill>
              </a:rPr>
              <a:t>q</a:t>
            </a:r>
            <a:r>
              <a:rPr altLang="en-IN" lang="en-US">
                <a:solidFill>
                  <a:srgbClr val="000000"/>
                </a:solidFill>
              </a:rPr>
              <a:t>u</a:t>
            </a:r>
            <a:r>
              <a:rPr altLang="en-IN" lang="en-US">
                <a:solidFill>
                  <a:srgbClr val="000000"/>
                </a:solidFill>
              </a:rPr>
              <a:t>i</a:t>
            </a:r>
            <a:r>
              <a:rPr altLang="en-IN" lang="en-US">
                <a:solidFill>
                  <a:srgbClr val="000000"/>
                </a:solidFill>
              </a:rPr>
              <a:t>r</a:t>
            </a:r>
            <a:r>
              <a:rPr altLang="en-IN" lang="en-US">
                <a:solidFill>
                  <a:srgbClr val="000000"/>
                </a:solidFill>
              </a:rPr>
              <a:t>e</a:t>
            </a:r>
            <a:r>
              <a:rPr altLang="en-IN" lang="en-US">
                <a:solidFill>
                  <a:srgbClr val="000000"/>
                </a:solidFill>
              </a:rPr>
              <a:t>d</a:t>
            </a:r>
            <a:r>
              <a:rPr altLang="en-IN" lang="en-US">
                <a:solidFill>
                  <a:srgbClr val="000000"/>
                </a:solidFill>
              </a:rPr>
              <a:t> </a:t>
            </a:r>
            <a:r>
              <a:rPr altLang="en-IN" lang="en-US">
                <a:solidFill>
                  <a:srgbClr val="000000"/>
                </a:solidFill>
              </a:rPr>
              <a:t>a</a:t>
            </a:r>
            <a:r>
              <a:rPr altLang="en-IN" lang="en-US">
                <a:solidFill>
                  <a:srgbClr val="000000"/>
                </a:solidFill>
              </a:rPr>
              <a:t>n</a:t>
            </a:r>
            <a:r>
              <a:rPr altLang="en-IN" lang="en-US">
                <a:solidFill>
                  <a:srgbClr val="000000"/>
                </a:solidFill>
              </a:rPr>
              <a:t>d</a:t>
            </a:r>
            <a:r>
              <a:rPr altLang="en-IN" lang="en-US">
                <a:solidFill>
                  <a:srgbClr val="000000"/>
                </a:solidFill>
              </a:rPr>
              <a:t> </a:t>
            </a:r>
            <a:r>
              <a:rPr altLang="en-IN" lang="en-US">
                <a:solidFill>
                  <a:srgbClr val="000000"/>
                </a:solidFill>
              </a:rPr>
              <a:t>t</a:t>
            </a:r>
            <a:r>
              <a:rPr altLang="en-IN" lang="en-US">
                <a:solidFill>
                  <a:srgbClr val="000000"/>
                </a:solidFill>
              </a:rPr>
              <a:t>h</a:t>
            </a:r>
            <a:r>
              <a:rPr altLang="en-IN" lang="en-US">
                <a:solidFill>
                  <a:srgbClr val="000000"/>
                </a:solidFill>
              </a:rPr>
              <a:t>e</a:t>
            </a:r>
            <a:r>
              <a:rPr altLang="en-IN" lang="en-US">
                <a:solidFill>
                  <a:srgbClr val="000000"/>
                </a:solidFill>
              </a:rPr>
              <a:t> </a:t>
            </a:r>
            <a:r>
              <a:rPr altLang="en-IN" lang="en-US">
                <a:solidFill>
                  <a:srgbClr val="000000"/>
                </a:solidFill>
              </a:rPr>
              <a:t>c</a:t>
            </a:r>
            <a:r>
              <a:rPr altLang="en-IN" lang="en-US">
                <a:solidFill>
                  <a:srgbClr val="000000"/>
                </a:solidFill>
              </a:rPr>
              <a:t>o</a:t>
            </a:r>
            <a:r>
              <a:rPr altLang="en-IN" lang="en-US">
                <a:solidFill>
                  <a:srgbClr val="000000"/>
                </a:solidFill>
              </a:rPr>
              <a:t>n</a:t>
            </a:r>
            <a:r>
              <a:rPr altLang="en-IN" lang="en-US">
                <a:solidFill>
                  <a:srgbClr val="000000"/>
                </a:solidFill>
              </a:rPr>
              <a:t>d</a:t>
            </a:r>
            <a:r>
              <a:rPr altLang="en-IN" lang="en-US">
                <a:solidFill>
                  <a:srgbClr val="000000"/>
                </a:solidFill>
              </a:rPr>
              <a:t>i</a:t>
            </a:r>
            <a:r>
              <a:rPr altLang="en-IN" lang="en-US">
                <a:solidFill>
                  <a:srgbClr val="000000"/>
                </a:solidFill>
              </a:rPr>
              <a:t>t</a:t>
            </a:r>
            <a:r>
              <a:rPr altLang="en-IN" lang="en-US">
                <a:solidFill>
                  <a:srgbClr val="000000"/>
                </a:solidFill>
              </a:rPr>
              <a:t>ions </a:t>
            </a:r>
            <a:r>
              <a:rPr altLang="en-IN" lang="en-US">
                <a:solidFill>
                  <a:srgbClr val="000000"/>
                </a:solidFill>
              </a:rPr>
              <a:t>u</a:t>
            </a:r>
            <a:r>
              <a:rPr altLang="en-IN" lang="en-US">
                <a:solidFill>
                  <a:srgbClr val="000000"/>
                </a:solidFill>
              </a:rPr>
              <a:t>n</a:t>
            </a:r>
            <a:r>
              <a:rPr altLang="en-IN" lang="en-US">
                <a:solidFill>
                  <a:srgbClr val="000000"/>
                </a:solidFill>
              </a:rPr>
              <a:t>d</a:t>
            </a:r>
            <a:r>
              <a:rPr altLang="en-IN" lang="en-US">
                <a:solidFill>
                  <a:srgbClr val="000000"/>
                </a:solidFill>
              </a:rPr>
              <a:t>e</a:t>
            </a:r>
            <a:r>
              <a:rPr altLang="en-IN" lang="en-US">
                <a:solidFill>
                  <a:srgbClr val="000000"/>
                </a:solidFill>
              </a:rPr>
              <a:t>r</a:t>
            </a:r>
            <a:r>
              <a:rPr altLang="en-IN" lang="en-US">
                <a:solidFill>
                  <a:srgbClr val="000000"/>
                </a:solidFill>
              </a:rPr>
              <a:t> </a:t>
            </a:r>
            <a:r>
              <a:rPr altLang="en-IN" lang="en-US">
                <a:solidFill>
                  <a:srgbClr val="000000"/>
                </a:solidFill>
              </a:rPr>
              <a:t>w</a:t>
            </a:r>
            <a:r>
              <a:rPr altLang="en-IN" lang="en-US">
                <a:solidFill>
                  <a:srgbClr val="000000"/>
                </a:solidFill>
              </a:rPr>
              <a:t>h</a:t>
            </a:r>
            <a:r>
              <a:rPr altLang="en-IN" lang="en-US">
                <a:solidFill>
                  <a:srgbClr val="000000"/>
                </a:solidFill>
              </a:rPr>
              <a:t>i</a:t>
            </a:r>
            <a:r>
              <a:rPr altLang="en-IN" lang="en-US">
                <a:solidFill>
                  <a:srgbClr val="000000"/>
                </a:solidFill>
              </a:rPr>
              <a:t>c</a:t>
            </a:r>
            <a:r>
              <a:rPr altLang="en-IN" lang="en-US">
                <a:solidFill>
                  <a:srgbClr val="000000"/>
                </a:solidFill>
              </a:rPr>
              <a:t>h</a:t>
            </a:r>
            <a:r>
              <a:rPr altLang="en-IN" lang="en-US">
                <a:solidFill>
                  <a:srgbClr val="000000"/>
                </a:solidFill>
              </a:rPr>
              <a:t> </a:t>
            </a:r>
            <a:r>
              <a:rPr altLang="en-IN" lang="en-US">
                <a:solidFill>
                  <a:srgbClr val="000000"/>
                </a:solidFill>
              </a:rPr>
              <a:t>t</a:t>
            </a:r>
            <a:r>
              <a:rPr altLang="en-IN" lang="en-US">
                <a:solidFill>
                  <a:srgbClr val="000000"/>
                </a:solidFill>
              </a:rPr>
              <a:t>h</a:t>
            </a:r>
            <a:r>
              <a:rPr altLang="en-IN" lang="en-US">
                <a:solidFill>
                  <a:srgbClr val="000000"/>
                </a:solidFill>
              </a:rPr>
              <a:t>e</a:t>
            </a:r>
            <a:r>
              <a:rPr altLang="en-IN" lang="en-US">
                <a:solidFill>
                  <a:srgbClr val="000000"/>
                </a:solidFill>
              </a:rPr>
              <a:t> </a:t>
            </a:r>
            <a:r>
              <a:rPr altLang="en-IN" lang="en-US">
                <a:solidFill>
                  <a:srgbClr val="000000"/>
                </a:solidFill>
              </a:rPr>
              <a:t>r</a:t>
            </a:r>
            <a:r>
              <a:rPr altLang="en-IN" lang="en-US">
                <a:solidFill>
                  <a:srgbClr val="000000"/>
                </a:solidFill>
              </a:rPr>
              <a:t>e</a:t>
            </a:r>
            <a:r>
              <a:rPr altLang="en-IN" lang="en-US">
                <a:solidFill>
                  <a:srgbClr val="000000"/>
                </a:solidFill>
              </a:rPr>
              <a:t>c</a:t>
            </a:r>
            <a:r>
              <a:rPr altLang="en-IN" lang="en-US">
                <a:solidFill>
                  <a:srgbClr val="000000"/>
                </a:solidFill>
              </a:rPr>
              <a:t>o</a:t>
            </a:r>
            <a:r>
              <a:rPr altLang="en-IN" lang="en-US">
                <a:solidFill>
                  <a:srgbClr val="000000"/>
                </a:solidFill>
              </a:rPr>
              <a:t>g</a:t>
            </a:r>
            <a:r>
              <a:rPr altLang="en-IN" lang="en-US">
                <a:solidFill>
                  <a:srgbClr val="000000"/>
                </a:solidFill>
              </a:rPr>
              <a:t>n</a:t>
            </a:r>
            <a:r>
              <a:rPr altLang="en-IN" lang="en-US">
                <a:solidFill>
                  <a:srgbClr val="000000"/>
                </a:solidFill>
              </a:rPr>
              <a:t>i</a:t>
            </a:r>
            <a:r>
              <a:rPr altLang="en-IN" lang="en-US">
                <a:solidFill>
                  <a:srgbClr val="000000"/>
                </a:solidFill>
              </a:rPr>
              <a:t>tion </a:t>
            </a:r>
            <a:r>
              <a:rPr altLang="en-IN" lang="en-US">
                <a:solidFill>
                  <a:srgbClr val="000000"/>
                </a:solidFill>
              </a:rPr>
              <a:t>b</a:t>
            </a:r>
            <a:r>
              <a:rPr altLang="en-IN" lang="en-US">
                <a:solidFill>
                  <a:srgbClr val="000000"/>
                </a:solidFill>
              </a:rPr>
              <a:t>e</a:t>
            </a:r>
            <a:r>
              <a:rPr altLang="en-IN" lang="en-US">
                <a:solidFill>
                  <a:srgbClr val="000000"/>
                </a:solidFill>
              </a:rPr>
              <a:t>c</a:t>
            </a:r>
            <a:r>
              <a:rPr altLang="en-IN" lang="en-US">
                <a:solidFill>
                  <a:srgbClr val="000000"/>
                </a:solidFill>
              </a:rPr>
              <a:t>o</a:t>
            </a:r>
            <a:r>
              <a:rPr altLang="en-IN" lang="en-US">
                <a:solidFill>
                  <a:srgbClr val="000000"/>
                </a:solidFill>
              </a:rPr>
              <a:t>m</a:t>
            </a:r>
            <a:r>
              <a:rPr altLang="en-IN" lang="en-US">
                <a:solidFill>
                  <a:srgbClr val="000000"/>
                </a:solidFill>
              </a:rPr>
              <a:t>e</a:t>
            </a:r>
            <a:r>
              <a:rPr altLang="en-IN" lang="en-US">
                <a:solidFill>
                  <a:srgbClr val="000000"/>
                </a:solidFill>
              </a:rPr>
              <a:t>s</a:t>
            </a:r>
            <a:r>
              <a:rPr altLang="en-IN" lang="en-US">
                <a:solidFill>
                  <a:srgbClr val="000000"/>
                </a:solidFill>
              </a:rPr>
              <a:t> </a:t>
            </a:r>
            <a:r>
              <a:rPr altLang="en-IN" lang="en-US">
                <a:solidFill>
                  <a:srgbClr val="000000"/>
                </a:solidFill>
              </a:rPr>
              <a:t>i</a:t>
            </a:r>
            <a:r>
              <a:rPr altLang="en-IN" lang="en-US">
                <a:solidFill>
                  <a:srgbClr val="000000"/>
                </a:solidFill>
              </a:rPr>
              <a:t>n</a:t>
            </a:r>
            <a:r>
              <a:rPr altLang="en-IN" lang="en-US">
                <a:solidFill>
                  <a:srgbClr val="000000"/>
                </a:solidFill>
              </a:rPr>
              <a:t>v</a:t>
            </a:r>
            <a:r>
              <a:rPr altLang="en-IN" lang="en-US">
                <a:solidFill>
                  <a:srgbClr val="000000"/>
                </a:solidFill>
              </a:rPr>
              <a:t>a</a:t>
            </a:r>
            <a:r>
              <a:rPr altLang="en-IN" lang="en-US">
                <a:solidFill>
                  <a:srgbClr val="000000"/>
                </a:solidFill>
              </a:rPr>
              <a:t>l</a:t>
            </a:r>
            <a:r>
              <a:rPr altLang="en-IN" lang="en-US">
                <a:solidFill>
                  <a:srgbClr val="000000"/>
                </a:solidFill>
              </a:rPr>
              <a:t>i</a:t>
            </a:r>
            <a:r>
              <a:rPr altLang="en-IN" lang="en-US">
                <a:solidFill>
                  <a:srgbClr val="000000"/>
                </a:solidFill>
              </a:rPr>
              <a:t>d</a:t>
            </a:r>
            <a:r>
              <a:rPr altLang="en-IN" lang="en-US">
                <a:solidFill>
                  <a:srgbClr val="000000"/>
                </a:solidFill>
              </a:rPr>
              <a:t>.</a:t>
            </a:r>
            <a:r>
              <a:rPr altLang="en-IN" lang="en-US">
                <a:solidFill>
                  <a:srgbClr val="000000"/>
                </a:solidFill>
              </a:rPr>
              <a:t>s</a:t>
            </a:r>
            <a:r>
              <a:rPr altLang="en-IN" lang="en-US">
                <a:solidFill>
                  <a:srgbClr val="000000"/>
                </a:solidFill>
              </a:rPr>
              <a:t>o</a:t>
            </a:r>
            <a:r>
              <a:rPr altLang="en-IN" lang="en-US">
                <a:solidFill>
                  <a:srgbClr val="000000"/>
                </a:solidFill>
              </a:rPr>
              <a:t>m</a:t>
            </a:r>
            <a:r>
              <a:rPr altLang="en-IN" lang="en-US">
                <a:solidFill>
                  <a:srgbClr val="000000"/>
                </a:solidFill>
              </a:rPr>
              <a:t>e</a:t>
            </a:r>
            <a:r>
              <a:rPr altLang="en-IN" lang="en-US">
                <a:solidFill>
                  <a:srgbClr val="000000"/>
                </a:solidFill>
              </a:rPr>
              <a:t> </a:t>
            </a:r>
            <a:r>
              <a:rPr altLang="en-IN" lang="en-US">
                <a:solidFill>
                  <a:srgbClr val="000000"/>
                </a:solidFill>
              </a:rPr>
              <a:t>o</a:t>
            </a:r>
            <a:r>
              <a:rPr altLang="en-IN" lang="en-US">
                <a:solidFill>
                  <a:srgbClr val="000000"/>
                </a:solidFill>
              </a:rPr>
              <a:t>f</a:t>
            </a:r>
            <a:r>
              <a:rPr altLang="en-IN" lang="en-US">
                <a:solidFill>
                  <a:srgbClr val="000000"/>
                </a:solidFill>
              </a:rPr>
              <a:t> </a:t>
            </a:r>
            <a:r>
              <a:rPr altLang="en-IN" lang="en-US">
                <a:solidFill>
                  <a:srgbClr val="000000"/>
                </a:solidFill>
              </a:rPr>
              <a:t>t</a:t>
            </a:r>
            <a:r>
              <a:rPr altLang="en-IN" lang="en-US">
                <a:solidFill>
                  <a:srgbClr val="000000"/>
                </a:solidFill>
              </a:rPr>
              <a:t>h</a:t>
            </a:r>
            <a:r>
              <a:rPr altLang="en-IN" lang="en-US">
                <a:solidFill>
                  <a:srgbClr val="000000"/>
                </a:solidFill>
              </a:rPr>
              <a:t>e</a:t>
            </a:r>
            <a:r>
              <a:rPr altLang="en-IN" lang="en-US">
                <a:solidFill>
                  <a:srgbClr val="000000"/>
                </a:solidFill>
              </a:rPr>
              <a:t> </a:t>
            </a:r>
            <a:r>
              <a:rPr altLang="en-IN" lang="en-US">
                <a:solidFill>
                  <a:srgbClr val="000000"/>
                </a:solidFill>
              </a:rPr>
              <a:t>s</a:t>
            </a:r>
            <a:r>
              <a:rPr altLang="en-IN" lang="en-US">
                <a:solidFill>
                  <a:srgbClr val="000000"/>
                </a:solidFill>
              </a:rPr>
              <a:t>e</a:t>
            </a:r>
            <a:r>
              <a:rPr altLang="en-IN" lang="en-US">
                <a:solidFill>
                  <a:srgbClr val="000000"/>
                </a:solidFill>
              </a:rPr>
              <a:t>c</a:t>
            </a:r>
            <a:r>
              <a:rPr altLang="en-IN" lang="en-US">
                <a:solidFill>
                  <a:srgbClr val="000000"/>
                </a:solidFill>
              </a:rPr>
              <a:t>t</a:t>
            </a:r>
            <a:r>
              <a:rPr altLang="en-IN" lang="en-US">
                <a:solidFill>
                  <a:srgbClr val="000000"/>
                </a:solidFill>
              </a:rPr>
              <a:t>ions </a:t>
            </a:r>
            <a:r>
              <a:rPr altLang="en-IN" lang="en-US">
                <a:solidFill>
                  <a:srgbClr val="000000"/>
                </a:solidFill>
              </a:rPr>
              <a:t>o</a:t>
            </a:r>
            <a:r>
              <a:rPr altLang="en-IN" lang="en-US">
                <a:solidFill>
                  <a:srgbClr val="000000"/>
                </a:solidFill>
              </a:rPr>
              <a:t>f</a:t>
            </a:r>
            <a:r>
              <a:rPr altLang="en-IN" lang="en-US">
                <a:solidFill>
                  <a:srgbClr val="000000"/>
                </a:solidFill>
              </a:rPr>
              <a:t> </a:t>
            </a:r>
            <a:r>
              <a:rPr altLang="en-IN" lang="en-US">
                <a:solidFill>
                  <a:srgbClr val="000000"/>
                </a:solidFill>
              </a:rPr>
              <a:t>t</a:t>
            </a:r>
            <a:r>
              <a:rPr altLang="en-IN" lang="en-US">
                <a:solidFill>
                  <a:srgbClr val="000000"/>
                </a:solidFill>
              </a:rPr>
              <a:t>h</a:t>
            </a:r>
            <a:r>
              <a:rPr altLang="en-IN" lang="en-US">
                <a:solidFill>
                  <a:srgbClr val="000000"/>
                </a:solidFill>
              </a:rPr>
              <a:t>e</a:t>
            </a:r>
            <a:r>
              <a:rPr altLang="en-IN" lang="en-US">
                <a:solidFill>
                  <a:srgbClr val="000000"/>
                </a:solidFill>
              </a:rPr>
              <a:t> </a:t>
            </a:r>
            <a:r>
              <a:rPr altLang="en-IN" lang="en-US">
                <a:solidFill>
                  <a:srgbClr val="000000"/>
                </a:solidFill>
              </a:rPr>
              <a:t>a</a:t>
            </a:r>
            <a:r>
              <a:rPr altLang="en-IN" lang="en-US">
                <a:solidFill>
                  <a:srgbClr val="000000"/>
                </a:solidFill>
              </a:rPr>
              <a:t>c</a:t>
            </a:r>
            <a:r>
              <a:rPr altLang="en-IN" lang="en-US">
                <a:solidFill>
                  <a:srgbClr val="000000"/>
                </a:solidFill>
              </a:rPr>
              <a:t>t</a:t>
            </a:r>
            <a:r>
              <a:rPr altLang="en-IN" lang="en-US">
                <a:solidFill>
                  <a:srgbClr val="000000"/>
                </a:solidFill>
              </a:rPr>
              <a:t> </a:t>
            </a:r>
            <a:r>
              <a:rPr altLang="en-IN" lang="en-US">
                <a:solidFill>
                  <a:srgbClr val="000000"/>
                </a:solidFill>
              </a:rPr>
              <a:t>p</a:t>
            </a:r>
            <a:r>
              <a:rPr altLang="en-IN" lang="en-US">
                <a:solidFill>
                  <a:srgbClr val="000000"/>
                </a:solidFill>
              </a:rPr>
              <a:t>e</a:t>
            </a:r>
            <a:r>
              <a:rPr altLang="en-IN" lang="en-US">
                <a:solidFill>
                  <a:srgbClr val="000000"/>
                </a:solidFill>
              </a:rPr>
              <a:t>r</a:t>
            </a:r>
            <a:r>
              <a:rPr altLang="en-IN" lang="en-US">
                <a:solidFill>
                  <a:srgbClr val="000000"/>
                </a:solidFill>
              </a:rPr>
              <a:t>t</a:t>
            </a:r>
            <a:r>
              <a:rPr altLang="en-IN" lang="en-US">
                <a:solidFill>
                  <a:srgbClr val="000000"/>
                </a:solidFill>
              </a:rPr>
              <a:t>a</a:t>
            </a:r>
            <a:r>
              <a:rPr altLang="en-IN" lang="en-US">
                <a:solidFill>
                  <a:srgbClr val="000000"/>
                </a:solidFill>
              </a:rPr>
              <a:t>i</a:t>
            </a:r>
            <a:r>
              <a:rPr altLang="en-IN" lang="en-US">
                <a:solidFill>
                  <a:srgbClr val="000000"/>
                </a:solidFill>
              </a:rPr>
              <a:t>n</a:t>
            </a:r>
            <a:r>
              <a:rPr altLang="en-IN" lang="en-US">
                <a:solidFill>
                  <a:srgbClr val="000000"/>
                </a:solidFill>
              </a:rPr>
              <a:t>i</a:t>
            </a:r>
            <a:r>
              <a:rPr altLang="en-IN" lang="en-US">
                <a:solidFill>
                  <a:srgbClr val="000000"/>
                </a:solidFill>
              </a:rPr>
              <a:t>n</a:t>
            </a:r>
            <a:r>
              <a:rPr altLang="en-IN" lang="en-US">
                <a:solidFill>
                  <a:srgbClr val="000000"/>
                </a:solidFill>
              </a:rPr>
              <a:t>g</a:t>
            </a:r>
            <a:r>
              <a:rPr altLang="en-IN" lang="en-US">
                <a:solidFill>
                  <a:srgbClr val="000000"/>
                </a:solidFill>
              </a:rPr>
              <a:t> </a:t>
            </a:r>
            <a:r>
              <a:rPr altLang="en-IN" lang="en-US">
                <a:solidFill>
                  <a:srgbClr val="000000"/>
                </a:solidFill>
              </a:rPr>
              <a:t>t</a:t>
            </a:r>
            <a:r>
              <a:rPr altLang="en-IN" lang="en-US">
                <a:solidFill>
                  <a:srgbClr val="000000"/>
                </a:solidFill>
              </a:rPr>
              <a:t>o</a:t>
            </a:r>
            <a:r>
              <a:rPr altLang="en-IN" lang="en-US">
                <a:solidFill>
                  <a:srgbClr val="000000"/>
                </a:solidFill>
              </a:rPr>
              <a:t> </a:t>
            </a:r>
            <a:r>
              <a:rPr altLang="en-IN" lang="en-US">
                <a:solidFill>
                  <a:srgbClr val="000000"/>
                </a:solidFill>
              </a:rPr>
              <a:t>t</a:t>
            </a:r>
            <a:r>
              <a:rPr altLang="en-IN" lang="en-US">
                <a:solidFill>
                  <a:srgbClr val="000000"/>
                </a:solidFill>
              </a:rPr>
              <a:t>h</a:t>
            </a:r>
            <a:r>
              <a:rPr altLang="en-IN" lang="en-US">
                <a:solidFill>
                  <a:srgbClr val="000000"/>
                </a:solidFill>
              </a:rPr>
              <a:t>e</a:t>
            </a:r>
            <a:r>
              <a:rPr altLang="en-IN" lang="en-US">
                <a:solidFill>
                  <a:srgbClr val="000000"/>
                </a:solidFill>
              </a:rPr>
              <a:t> </a:t>
            </a:r>
            <a:r>
              <a:rPr altLang="en-IN" lang="en-US">
                <a:solidFill>
                  <a:srgbClr val="000000"/>
                </a:solidFill>
              </a:rPr>
              <a:t>n</a:t>
            </a:r>
            <a:r>
              <a:rPr altLang="en-IN" lang="en-US">
                <a:solidFill>
                  <a:srgbClr val="000000"/>
                </a:solidFill>
              </a:rPr>
              <a:t>u</a:t>
            </a:r>
            <a:r>
              <a:rPr altLang="en-IN" lang="en-US">
                <a:solidFill>
                  <a:srgbClr val="000000"/>
                </a:solidFill>
              </a:rPr>
              <a:t>r</a:t>
            </a:r>
            <a:r>
              <a:rPr altLang="en-IN" lang="en-US">
                <a:solidFill>
                  <a:srgbClr val="000000"/>
                </a:solidFill>
              </a:rPr>
              <a:t>s</a:t>
            </a:r>
            <a:r>
              <a:rPr altLang="en-IN" lang="en-US">
                <a:solidFill>
                  <a:srgbClr val="000000"/>
                </a:solidFill>
              </a:rPr>
              <a:t>i</a:t>
            </a:r>
            <a:r>
              <a:rPr altLang="en-IN" lang="en-US">
                <a:solidFill>
                  <a:srgbClr val="000000"/>
                </a:solidFill>
              </a:rPr>
              <a:t>ng </a:t>
            </a:r>
            <a:r>
              <a:rPr altLang="en-IN" lang="en-US">
                <a:solidFill>
                  <a:srgbClr val="000000"/>
                </a:solidFill>
              </a:rPr>
              <a:t>q</a:t>
            </a:r>
            <a:r>
              <a:rPr altLang="en-IN" lang="en-US">
                <a:solidFill>
                  <a:srgbClr val="000000"/>
                </a:solidFill>
              </a:rPr>
              <a:t>u</a:t>
            </a:r>
            <a:r>
              <a:rPr altLang="en-IN" lang="en-US">
                <a:solidFill>
                  <a:srgbClr val="000000"/>
                </a:solidFill>
              </a:rPr>
              <a:t>a</a:t>
            </a:r>
            <a:r>
              <a:rPr altLang="en-IN" lang="en-US">
                <a:solidFill>
                  <a:srgbClr val="000000"/>
                </a:solidFill>
              </a:rPr>
              <a:t>l</a:t>
            </a:r>
            <a:r>
              <a:rPr altLang="en-IN" lang="en-US">
                <a:solidFill>
                  <a:srgbClr val="000000"/>
                </a:solidFill>
              </a:rPr>
              <a:t>i</a:t>
            </a:r>
            <a:r>
              <a:rPr altLang="en-IN" lang="en-US">
                <a:solidFill>
                  <a:srgbClr val="000000"/>
                </a:solidFill>
              </a:rPr>
              <a:t>fication </a:t>
            </a:r>
            <a:r>
              <a:rPr altLang="en-IN" lang="en-US">
                <a:solidFill>
                  <a:srgbClr val="000000"/>
                </a:solidFill>
              </a:rPr>
              <a:t>,</a:t>
            </a:r>
            <a:r>
              <a:rPr altLang="en-IN" lang="en-US">
                <a:solidFill>
                  <a:srgbClr val="000000"/>
                </a:solidFill>
              </a:rPr>
              <a:t>l</a:t>
            </a:r>
            <a:r>
              <a:rPr altLang="en-IN" lang="en-US">
                <a:solidFill>
                  <a:srgbClr val="000000"/>
                </a:solidFill>
              </a:rPr>
              <a:t>i</a:t>
            </a:r>
            <a:r>
              <a:rPr altLang="en-IN" lang="en-US">
                <a:solidFill>
                  <a:srgbClr val="000000"/>
                </a:solidFill>
              </a:rPr>
              <a:t>c</a:t>
            </a:r>
            <a:r>
              <a:rPr altLang="en-IN" lang="en-US">
                <a:solidFill>
                  <a:srgbClr val="000000"/>
                </a:solidFill>
              </a:rPr>
              <a:t>e</a:t>
            </a:r>
            <a:r>
              <a:rPr altLang="en-IN" lang="en-US">
                <a:solidFill>
                  <a:srgbClr val="000000"/>
                </a:solidFill>
              </a:rPr>
              <a:t>n</a:t>
            </a:r>
            <a:r>
              <a:rPr altLang="en-IN" lang="en-US">
                <a:solidFill>
                  <a:srgbClr val="000000"/>
                </a:solidFill>
              </a:rPr>
              <a:t>s</a:t>
            </a:r>
            <a:r>
              <a:rPr altLang="en-IN" lang="en-US">
                <a:solidFill>
                  <a:srgbClr val="000000"/>
                </a:solidFill>
              </a:rPr>
              <a:t>u</a:t>
            </a:r>
            <a:r>
              <a:rPr altLang="en-IN" lang="en-US">
                <a:solidFill>
                  <a:srgbClr val="000000"/>
                </a:solidFill>
              </a:rPr>
              <a:t>r</a:t>
            </a:r>
            <a:r>
              <a:rPr altLang="en-IN" lang="en-US">
                <a:solidFill>
                  <a:srgbClr val="000000"/>
                </a:solidFill>
              </a:rPr>
              <a:t>e</a:t>
            </a:r>
            <a:r>
              <a:rPr altLang="en-IN" lang="en-US">
                <a:solidFill>
                  <a:srgbClr val="000000"/>
                </a:solidFill>
              </a:rPr>
              <a:t> </a:t>
            </a:r>
            <a:r>
              <a:rPr altLang="en-IN" lang="en-US">
                <a:solidFill>
                  <a:srgbClr val="000000"/>
                </a:solidFill>
              </a:rPr>
              <a:t>a</a:t>
            </a:r>
            <a:r>
              <a:rPr altLang="en-IN" lang="en-US">
                <a:solidFill>
                  <a:srgbClr val="000000"/>
                </a:solidFill>
              </a:rPr>
              <a:t>n</a:t>
            </a:r>
            <a:r>
              <a:rPr altLang="en-IN" lang="en-US">
                <a:solidFill>
                  <a:srgbClr val="000000"/>
                </a:solidFill>
              </a:rPr>
              <a:t>d</a:t>
            </a:r>
            <a:r>
              <a:rPr altLang="en-IN" lang="en-US">
                <a:solidFill>
                  <a:srgbClr val="000000"/>
                </a:solidFill>
              </a:rPr>
              <a:t> </a:t>
            </a:r>
            <a:r>
              <a:rPr altLang="en-IN" lang="en-US">
                <a:solidFill>
                  <a:srgbClr val="000000"/>
                </a:solidFill>
              </a:rPr>
              <a:t>p</a:t>
            </a:r>
            <a:r>
              <a:rPr altLang="en-IN" lang="en-US">
                <a:solidFill>
                  <a:srgbClr val="000000"/>
                </a:solidFill>
              </a:rPr>
              <a:t>r</a:t>
            </a:r>
            <a:r>
              <a:rPr altLang="en-IN" lang="en-US">
                <a:solidFill>
                  <a:srgbClr val="000000"/>
                </a:solidFill>
              </a:rPr>
              <a:t>a</a:t>
            </a:r>
            <a:r>
              <a:rPr altLang="en-IN" lang="en-US">
                <a:solidFill>
                  <a:srgbClr val="000000"/>
                </a:solidFill>
              </a:rPr>
              <a:t>c</a:t>
            </a:r>
            <a:r>
              <a:rPr altLang="en-IN" lang="en-US">
                <a:solidFill>
                  <a:srgbClr val="000000"/>
                </a:solidFill>
              </a:rPr>
              <a:t>t</a:t>
            </a:r>
            <a:r>
              <a:rPr altLang="en-IN" lang="en-US">
                <a:solidFill>
                  <a:srgbClr val="000000"/>
                </a:solidFill>
              </a:rPr>
              <a:t>ice </a:t>
            </a:r>
            <a:r>
              <a:rPr altLang="en-IN" lang="en-US">
                <a:solidFill>
                  <a:srgbClr val="000000"/>
                </a:solidFill>
              </a:rPr>
              <a:t>a</a:t>
            </a:r>
            <a:r>
              <a:rPr altLang="en-IN" lang="en-US">
                <a:solidFill>
                  <a:srgbClr val="000000"/>
                </a:solidFill>
              </a:rPr>
              <a:t>r</a:t>
            </a:r>
            <a:r>
              <a:rPr altLang="en-IN" lang="en-US">
                <a:solidFill>
                  <a:srgbClr val="000000"/>
                </a:solidFill>
              </a:rPr>
              <a:t>e</a:t>
            </a:r>
            <a:r>
              <a:rPr altLang="en-IN" lang="en-US">
                <a:solidFill>
                  <a:srgbClr val="000000"/>
                </a:solidFill>
              </a:rPr>
              <a:t> </a:t>
            </a:r>
            <a:r>
              <a:rPr altLang="en-IN" lang="en-US">
                <a:solidFill>
                  <a:srgbClr val="000000"/>
                </a:solidFill>
              </a:rPr>
              <a:t>d</a:t>
            </a:r>
            <a:r>
              <a:rPr altLang="en-IN" lang="en-US">
                <a:solidFill>
                  <a:srgbClr val="000000"/>
                </a:solidFill>
              </a:rPr>
              <a:t>i</a:t>
            </a:r>
            <a:r>
              <a:rPr altLang="en-IN" lang="en-US">
                <a:solidFill>
                  <a:srgbClr val="000000"/>
                </a:solidFill>
              </a:rPr>
              <a:t>s</a:t>
            </a:r>
            <a:r>
              <a:rPr altLang="en-IN" lang="en-US">
                <a:solidFill>
                  <a:srgbClr val="000000"/>
                </a:solidFill>
              </a:rPr>
              <a:t>c</a:t>
            </a:r>
            <a:r>
              <a:rPr altLang="en-IN" lang="en-US">
                <a:solidFill>
                  <a:srgbClr val="000000"/>
                </a:solidFill>
              </a:rPr>
              <a:t>u</a:t>
            </a:r>
            <a:r>
              <a:rPr altLang="en-IN" lang="en-US">
                <a:solidFill>
                  <a:srgbClr val="000000"/>
                </a:solidFill>
              </a:rPr>
              <a:t>ssed</a:t>
            </a:r>
            <a:r>
              <a:rPr altLang="en-IN" lang="en-US">
                <a:solidFill>
                  <a:srgbClr val="000000"/>
                </a:solidFill>
              </a:rPr>
              <a:t>.</a:t>
            </a:r>
            <a:endParaRPr lang="en-I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674" name=""/>
          <p:cNvSpPr>
            <a:spLocks noGrp="1"/>
          </p:cNvSpPr>
          <p:nvPr>
            <p:ph type="title"/>
          </p:nvPr>
        </p:nvSpPr>
        <p:spPr/>
        <p:txBody>
          <a:bodyPr/>
          <a:p>
            <a:endParaRPr lang="en-IN"/>
          </a:p>
        </p:txBody>
      </p:sp>
      <p:sp>
        <p:nvSpPr>
          <p:cNvPr id="1048675" name=""/>
          <p:cNvSpPr>
            <a:spLocks noGrp="1"/>
          </p:cNvSpPr>
          <p:nvPr>
            <p:ph idx="1"/>
          </p:nvPr>
        </p:nvSpPr>
        <p:spPr/>
        <p:txBody>
          <a:bodyPr/>
          <a:p>
            <a:r>
              <a:rPr lang="en-US"/>
              <a:t>T</a:t>
            </a:r>
            <a:r>
              <a:rPr lang="en-US"/>
              <a:t>h</a:t>
            </a:r>
            <a:r>
              <a:rPr lang="en-US"/>
              <a:t>e</a:t>
            </a:r>
            <a:r>
              <a:rPr b="0" lang="en-US"/>
              <a:t> </a:t>
            </a:r>
            <a:r>
              <a:rPr b="0" lang="en-US"/>
              <a:t>a</a:t>
            </a:r>
            <a:r>
              <a:rPr b="0" lang="en-US"/>
              <a:t>c</a:t>
            </a:r>
            <a:r>
              <a:rPr b="0" lang="en-US"/>
              <a:t>t</a:t>
            </a:r>
            <a:r>
              <a:rPr b="0" lang="en-US"/>
              <a:t> </a:t>
            </a:r>
            <a:r>
              <a:rPr b="0" lang="en-US"/>
              <a:t>a</a:t>
            </a:r>
            <a:r>
              <a:rPr b="0" lang="en-US"/>
              <a:t>l</a:t>
            </a:r>
            <a:r>
              <a:rPr b="0" lang="en-US"/>
              <a:t>s</a:t>
            </a:r>
            <a:r>
              <a:rPr b="0" lang="en-US"/>
              <a:t>o</a:t>
            </a:r>
            <a:r>
              <a:rPr b="0" lang="en-US"/>
              <a:t> </a:t>
            </a:r>
            <a:r>
              <a:rPr b="0" lang="en-US"/>
              <a:t>s</a:t>
            </a:r>
            <a:r>
              <a:rPr b="0" lang="en-US"/>
              <a:t>p</a:t>
            </a:r>
            <a:r>
              <a:rPr b="0" lang="en-US"/>
              <a:t>e</a:t>
            </a:r>
            <a:r>
              <a:rPr b="0" lang="en-US"/>
              <a:t>c</a:t>
            </a:r>
            <a:r>
              <a:rPr b="0" lang="en-US"/>
              <a:t>i</a:t>
            </a:r>
            <a:r>
              <a:rPr b="0" lang="en-US"/>
              <a:t>f</a:t>
            </a:r>
            <a:r>
              <a:rPr b="0" lang="en-US"/>
              <a:t>i</a:t>
            </a:r>
            <a:r>
              <a:rPr b="0" lang="en-US"/>
              <a:t>e</a:t>
            </a:r>
            <a:r>
              <a:rPr b="0" lang="en-US"/>
              <a:t>s</a:t>
            </a:r>
            <a:r>
              <a:rPr b="0" lang="en-US"/>
              <a:t> </a:t>
            </a:r>
            <a:r>
              <a:rPr b="0" lang="en-US"/>
              <a:t>t</a:t>
            </a:r>
            <a:r>
              <a:rPr b="0" lang="en-US"/>
              <a:t>h</a:t>
            </a:r>
            <a:r>
              <a:rPr b="0" lang="en-US"/>
              <a:t>e</a:t>
            </a:r>
            <a:r>
              <a:rPr b="0" lang="en-US"/>
              <a:t> </a:t>
            </a:r>
            <a:r>
              <a:rPr b="0" lang="en-US"/>
              <a:t>n</a:t>
            </a:r>
            <a:r>
              <a:rPr b="0" lang="en-US"/>
              <a:t>a</a:t>
            </a:r>
            <a:r>
              <a:rPr b="0" lang="en-US"/>
              <a:t>m</a:t>
            </a:r>
            <a:r>
              <a:rPr b="0" lang="en-US"/>
              <a:t>e</a:t>
            </a:r>
            <a:r>
              <a:rPr b="0" lang="en-US"/>
              <a:t>s</a:t>
            </a:r>
            <a:r>
              <a:rPr b="0" lang="en-US"/>
              <a:t> </a:t>
            </a:r>
            <a:r>
              <a:rPr b="0" lang="en-US"/>
              <a:t>o</a:t>
            </a:r>
            <a:r>
              <a:rPr b="0" lang="en-US"/>
              <a:t>f</a:t>
            </a:r>
            <a:r>
              <a:rPr b="0" lang="en-US"/>
              <a:t> </a:t>
            </a:r>
            <a:r>
              <a:rPr b="0" lang="en-US"/>
              <a:t>a</a:t>
            </a:r>
            <a:r>
              <a:rPr b="0" lang="en-US"/>
              <a:t>u</a:t>
            </a:r>
            <a:r>
              <a:rPr b="0" lang="en-US"/>
              <a:t>t</a:t>
            </a:r>
            <a:r>
              <a:rPr b="0" lang="en-US"/>
              <a:t>h</a:t>
            </a:r>
            <a:r>
              <a:rPr b="0" lang="en-US"/>
              <a:t>o</a:t>
            </a:r>
            <a:r>
              <a:rPr b="0" lang="en-US"/>
              <a:t>rized </a:t>
            </a:r>
            <a:r>
              <a:rPr b="0" lang="en-US"/>
              <a:t>agencies </a:t>
            </a:r>
            <a:r>
              <a:rPr b="0" lang="en-US"/>
              <a:t>who </a:t>
            </a:r>
            <a:r>
              <a:rPr b="0" lang="en-US"/>
              <a:t>c</a:t>
            </a:r>
            <a:r>
              <a:rPr b="0" lang="en-US"/>
              <a:t>a</a:t>
            </a:r>
            <a:r>
              <a:rPr b="0" lang="en-US"/>
              <a:t>n</a:t>
            </a:r>
            <a:r>
              <a:rPr b="0" lang="en-US"/>
              <a:t> </a:t>
            </a:r>
            <a:r>
              <a:rPr b="0" lang="en-US"/>
              <a:t>issue </a:t>
            </a:r>
            <a:r>
              <a:rPr b="0" lang="en-US"/>
              <a:t>a </a:t>
            </a:r>
            <a:r>
              <a:rPr b="0" lang="en-US"/>
              <a:t>certificate</a:t>
            </a:r>
            <a:r>
              <a:rPr b="0" lang="en-US"/>
              <a:t>,</a:t>
            </a:r>
            <a:r>
              <a:rPr b="0" lang="en-US"/>
              <a:t> degree </a:t>
            </a:r>
            <a:r>
              <a:rPr b="0" lang="en-US"/>
              <a:t>or </a:t>
            </a:r>
            <a:r>
              <a:rPr b="0" lang="en-US"/>
              <a:t>diploma </a:t>
            </a:r>
            <a:r>
              <a:rPr b="0" lang="en-US"/>
              <a:t>in </a:t>
            </a:r>
            <a:r>
              <a:rPr b="0" lang="en-US"/>
              <a:t>a </a:t>
            </a:r>
            <a:r>
              <a:rPr b="0" lang="en-US"/>
              <a:t>particular </a:t>
            </a:r>
            <a:r>
              <a:rPr b="0" lang="en-US"/>
              <a:t>nursing </a:t>
            </a:r>
            <a:r>
              <a:rPr b="0" lang="en-US"/>
              <a:t>field </a:t>
            </a:r>
            <a:r>
              <a:rPr b="0" lang="en-US"/>
              <a:t>or </a:t>
            </a:r>
            <a:r>
              <a:rPr b="0" lang="en-US"/>
              <a:t>specialization</a:t>
            </a:r>
            <a:r>
              <a:rPr b="0" lang="en-US"/>
              <a:t>.</a:t>
            </a:r>
            <a:endParaRPr lang="en-IN"/>
          </a:p>
          <a:p>
            <a:r>
              <a:rPr b="0" lang="en-US"/>
              <a:t>T</a:t>
            </a:r>
            <a:r>
              <a:rPr b="0" lang="en-US"/>
              <a:t>h</a:t>
            </a:r>
            <a:r>
              <a:rPr b="0" lang="en-US"/>
              <a:t>e</a:t>
            </a:r>
            <a:r>
              <a:rPr b="0" lang="en-US"/>
              <a:t> </a:t>
            </a:r>
            <a:r>
              <a:rPr b="0" lang="en-US"/>
              <a:t>c</a:t>
            </a:r>
            <a:r>
              <a:rPr b="0" lang="en-US"/>
              <a:t>o</a:t>
            </a:r>
            <a:r>
              <a:rPr b="0" lang="en-US"/>
              <a:t>u</a:t>
            </a:r>
            <a:r>
              <a:rPr b="0" lang="en-US"/>
              <a:t>n</a:t>
            </a:r>
            <a:r>
              <a:rPr b="0" lang="en-US"/>
              <a:t>c</a:t>
            </a:r>
            <a:r>
              <a:rPr b="0" lang="en-US"/>
              <a:t>i</a:t>
            </a:r>
            <a:r>
              <a:rPr b="0" lang="en-US"/>
              <a:t>l</a:t>
            </a:r>
            <a:r>
              <a:rPr b="0" lang="en-US"/>
              <a:t> </a:t>
            </a:r>
            <a:r>
              <a:rPr b="0" lang="en-US"/>
              <a:t>m</a:t>
            </a:r>
            <a:r>
              <a:rPr b="0" lang="en-US"/>
              <a:t>a</a:t>
            </a:r>
            <a:r>
              <a:rPr b="0" lang="en-US"/>
              <a:t>y</a:t>
            </a:r>
            <a:r>
              <a:rPr b="0" lang="en-US"/>
              <a:t> </a:t>
            </a:r>
            <a:r>
              <a:rPr b="0" lang="en-US"/>
              <a:t>a</a:t>
            </a:r>
            <a:r>
              <a:rPr b="0" lang="en-US"/>
              <a:t>p</a:t>
            </a:r>
            <a:r>
              <a:rPr b="0" lang="en-US"/>
              <a:t>p</a:t>
            </a:r>
            <a:r>
              <a:rPr b="0" lang="en-US"/>
              <a:t>o</a:t>
            </a:r>
            <a:r>
              <a:rPr b="0" lang="en-US"/>
              <a:t>i</a:t>
            </a:r>
            <a:r>
              <a:rPr b="0" lang="en-US"/>
              <a:t>n</a:t>
            </a:r>
            <a:r>
              <a:rPr b="0" lang="en-US"/>
              <a:t>t</a:t>
            </a:r>
            <a:r>
              <a:rPr b="0" lang="en-US"/>
              <a:t> </a:t>
            </a:r>
            <a:r>
              <a:rPr b="0" lang="en-US"/>
              <a:t>m</a:t>
            </a:r>
            <a:r>
              <a:rPr b="0" lang="en-US"/>
              <a:t>e</a:t>
            </a:r>
            <a:r>
              <a:rPr b="0" lang="en-US"/>
              <a:t>m</a:t>
            </a:r>
            <a:r>
              <a:rPr b="0" lang="en-US"/>
              <a:t>b</a:t>
            </a:r>
            <a:r>
              <a:rPr b="0" lang="en-US"/>
              <a:t>e</a:t>
            </a:r>
            <a:r>
              <a:rPr b="0" lang="en-US"/>
              <a:t>r</a:t>
            </a:r>
            <a:r>
              <a:rPr b="0" lang="en-US"/>
              <a:t>s</a:t>
            </a:r>
            <a:r>
              <a:rPr b="0" lang="en-US"/>
              <a:t> </a:t>
            </a:r>
            <a:r>
              <a:rPr b="0" lang="en-US"/>
              <a:t>t</a:t>
            </a:r>
            <a:r>
              <a:rPr b="0" lang="en-US"/>
              <a:t>o</a:t>
            </a:r>
            <a:r>
              <a:rPr b="0" lang="en-US"/>
              <a:t> </a:t>
            </a:r>
            <a:r>
              <a:rPr b="0" lang="en-US"/>
              <a:t>i</a:t>
            </a:r>
            <a:r>
              <a:rPr b="0" lang="en-US"/>
              <a:t>n</a:t>
            </a:r>
            <a:r>
              <a:rPr b="0" lang="en-US"/>
              <a:t>s</a:t>
            </a:r>
            <a:r>
              <a:rPr b="0" lang="en-US"/>
              <a:t>p</a:t>
            </a:r>
            <a:r>
              <a:rPr b="0" lang="en-US"/>
              <a:t>e</a:t>
            </a:r>
            <a:r>
              <a:rPr b="0" lang="en-US"/>
              <a:t>ct </a:t>
            </a:r>
            <a:r>
              <a:rPr b="0" lang="en-US"/>
              <a:t>a</a:t>
            </a:r>
            <a:r>
              <a:rPr b="0" lang="en-US"/>
              <a:t>n</a:t>
            </a:r>
            <a:r>
              <a:rPr b="0" lang="en-US"/>
              <a:t>y</a:t>
            </a:r>
            <a:r>
              <a:rPr b="0" lang="en-US"/>
              <a:t> </a:t>
            </a:r>
            <a:r>
              <a:rPr b="0" lang="en-US"/>
              <a:t>i</a:t>
            </a:r>
            <a:r>
              <a:rPr b="0" lang="en-US"/>
              <a:t>n</a:t>
            </a:r>
            <a:r>
              <a:rPr b="0" lang="en-US"/>
              <a:t>s</a:t>
            </a:r>
            <a:r>
              <a:rPr b="0" lang="en-US"/>
              <a:t>t</a:t>
            </a:r>
            <a:r>
              <a:rPr b="0" lang="en-US"/>
              <a:t>i</a:t>
            </a:r>
            <a:r>
              <a:rPr b="0" lang="en-US"/>
              <a:t>tution </a:t>
            </a:r>
            <a:r>
              <a:rPr b="0" lang="en-US"/>
              <a:t>w</a:t>
            </a:r>
            <a:r>
              <a:rPr b="0" lang="en-US"/>
              <a:t>h</a:t>
            </a:r>
            <a:r>
              <a:rPr b="0" lang="en-US"/>
              <a:t>i</a:t>
            </a:r>
            <a:r>
              <a:rPr b="0" lang="en-US"/>
              <a:t>ch </a:t>
            </a:r>
            <a:r>
              <a:rPr b="0" lang="en-US"/>
              <a:t>i</a:t>
            </a:r>
            <a:r>
              <a:rPr b="0" lang="en-US"/>
              <a:t>s</a:t>
            </a:r>
            <a:r>
              <a:rPr b="0" lang="en-US"/>
              <a:t> </a:t>
            </a:r>
            <a:r>
              <a:rPr b="0" lang="en-US"/>
              <a:t>r</a:t>
            </a:r>
            <a:r>
              <a:rPr b="0" lang="en-US"/>
              <a:t>e</a:t>
            </a:r>
            <a:r>
              <a:rPr b="0" lang="en-US"/>
              <a:t>c</a:t>
            </a:r>
            <a:r>
              <a:rPr b="0" lang="en-US"/>
              <a:t>o</a:t>
            </a:r>
            <a:r>
              <a:rPr b="0" lang="en-US"/>
              <a:t>gni</a:t>
            </a:r>
            <a:r>
              <a:rPr b="0" lang="en-US"/>
              <a:t>z</a:t>
            </a:r>
            <a:r>
              <a:rPr b="0" lang="en-US"/>
              <a:t>e</a:t>
            </a:r>
            <a:r>
              <a:rPr b="0" lang="en-US"/>
              <a:t>d</a:t>
            </a:r>
            <a:r>
              <a:rPr b="0" lang="en-US"/>
              <a:t> </a:t>
            </a:r>
            <a:r>
              <a:rPr b="0" lang="en-US"/>
              <a:t>t</a:t>
            </a:r>
            <a:r>
              <a:rPr b="0" lang="en-US"/>
              <a:t>o</a:t>
            </a:r>
            <a:r>
              <a:rPr b="0" lang="en-US"/>
              <a:t> </a:t>
            </a:r>
            <a:r>
              <a:rPr b="0" lang="en-US"/>
              <a:t>t</a:t>
            </a:r>
            <a:r>
              <a:rPr b="0" lang="en-US"/>
              <a:t>r</a:t>
            </a:r>
            <a:r>
              <a:rPr b="0" lang="en-US"/>
              <a:t>a</a:t>
            </a:r>
            <a:r>
              <a:rPr b="0" lang="en-US"/>
              <a:t>i</a:t>
            </a:r>
            <a:r>
              <a:rPr b="0" lang="en-US"/>
              <a:t>n</a:t>
            </a:r>
            <a:r>
              <a:rPr b="0" lang="en-US"/>
              <a:t> </a:t>
            </a:r>
            <a:r>
              <a:rPr b="0" lang="en-US"/>
              <a:t>a</a:t>
            </a:r>
            <a:r>
              <a:rPr b="0" lang="en-US"/>
              <a:t>n</a:t>
            </a:r>
            <a:r>
              <a:rPr b="0" lang="en-US"/>
              <a:t>d</a:t>
            </a:r>
            <a:r>
              <a:rPr b="0" lang="en-US"/>
              <a:t> </a:t>
            </a:r>
            <a:r>
              <a:rPr b="0" lang="en-US"/>
              <a:t>c</a:t>
            </a:r>
            <a:r>
              <a:rPr b="0" lang="en-US"/>
              <a:t>e</a:t>
            </a:r>
            <a:r>
              <a:rPr b="0" lang="en-US"/>
              <a:t>r</a:t>
            </a:r>
            <a:r>
              <a:rPr b="0" lang="en-US"/>
              <a:t>t</a:t>
            </a:r>
            <a:r>
              <a:rPr b="0" lang="en-US"/>
              <a:t>i</a:t>
            </a:r>
            <a:r>
              <a:rPr b="0" lang="en-US"/>
              <a:t>f</a:t>
            </a:r>
            <a:r>
              <a:rPr b="0" lang="en-US"/>
              <a:t>y</a:t>
            </a:r>
            <a:r>
              <a:rPr b="0" lang="en-US"/>
              <a:t> </a:t>
            </a:r>
            <a:r>
              <a:rPr b="0" lang="en-US"/>
              <a:t>n</a:t>
            </a:r>
            <a:r>
              <a:rPr b="0" lang="en-US"/>
              <a:t>u</a:t>
            </a:r>
            <a:r>
              <a:rPr b="0" lang="en-US"/>
              <a:t>r</a:t>
            </a:r>
            <a:r>
              <a:rPr b="0" lang="en-US"/>
              <a:t>s</a:t>
            </a:r>
            <a:r>
              <a:rPr b="0" lang="en-US"/>
              <a:t>i</a:t>
            </a:r>
            <a:r>
              <a:rPr b="0" lang="en-US"/>
              <a:t>ng </a:t>
            </a:r>
            <a:r>
              <a:rPr b="0" lang="en-US"/>
              <a:t>q</a:t>
            </a:r>
            <a:r>
              <a:rPr b="0" lang="en-US"/>
              <a:t>u</a:t>
            </a:r>
            <a:r>
              <a:rPr b="0" lang="en-US"/>
              <a:t>a</a:t>
            </a:r>
            <a:r>
              <a:rPr b="0" lang="en-US"/>
              <a:t>l</a:t>
            </a:r>
            <a:r>
              <a:rPr b="0" lang="en-US"/>
              <a:t>i</a:t>
            </a:r>
            <a:r>
              <a:rPr b="0" lang="en-US"/>
              <a:t>fication</a:t>
            </a:r>
            <a:r>
              <a:rPr b="0" lang="en-US"/>
              <a:t>.</a:t>
            </a:r>
            <a:endParaRPr lang="en-I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1048676" name=""/>
          <p:cNvSpPr>
            <a:spLocks noGrp="1"/>
          </p:cNvSpPr>
          <p:nvPr>
            <p:ph type="title"/>
          </p:nvPr>
        </p:nvSpPr>
        <p:spPr/>
        <p:txBody>
          <a:bodyPr/>
          <a:p>
            <a:r>
              <a:rPr lang="en-US"/>
              <a:t>S</a:t>
            </a:r>
            <a:r>
              <a:rPr lang="en-US"/>
              <a:t>N</a:t>
            </a:r>
            <a:r>
              <a:rPr lang="en-US"/>
              <a:t>C</a:t>
            </a:r>
            <a:r>
              <a:rPr lang="en-US"/>
              <a:t>(</a:t>
            </a:r>
            <a:r>
              <a:rPr lang="en-US"/>
              <a:t>S</a:t>
            </a:r>
            <a:r>
              <a:rPr lang="en-US"/>
              <a:t>t</a:t>
            </a:r>
            <a:r>
              <a:rPr lang="en-US"/>
              <a:t>a</a:t>
            </a:r>
            <a:r>
              <a:rPr lang="en-US"/>
              <a:t>t</a:t>
            </a:r>
            <a:r>
              <a:rPr lang="en-US"/>
              <a:t>e</a:t>
            </a:r>
            <a:r>
              <a:rPr lang="en-US"/>
              <a:t> </a:t>
            </a:r>
            <a:r>
              <a:rPr lang="en-US"/>
              <a:t>N</a:t>
            </a:r>
            <a:r>
              <a:rPr lang="en-US"/>
              <a:t>u</a:t>
            </a:r>
            <a:r>
              <a:rPr lang="en-US"/>
              <a:t>r</a:t>
            </a:r>
            <a:r>
              <a:rPr lang="en-US"/>
              <a:t>s</a:t>
            </a:r>
            <a:r>
              <a:rPr lang="en-US"/>
              <a:t>ing</a:t>
            </a:r>
            <a:r>
              <a:rPr lang="en-US"/>
              <a:t> </a:t>
            </a:r>
            <a:r>
              <a:rPr lang="en-US"/>
              <a:t>c</a:t>
            </a:r>
            <a:r>
              <a:rPr lang="en-US"/>
              <a:t>o</a:t>
            </a:r>
            <a:r>
              <a:rPr lang="en-US"/>
              <a:t>u</a:t>
            </a:r>
            <a:r>
              <a:rPr lang="en-US"/>
              <a:t>n</a:t>
            </a:r>
            <a:r>
              <a:rPr lang="en-US"/>
              <a:t>c</a:t>
            </a:r>
            <a:r>
              <a:rPr lang="en-US"/>
              <a:t>i</a:t>
            </a:r>
            <a:r>
              <a:rPr lang="en-US"/>
              <a:t>l</a:t>
            </a:r>
            <a:r>
              <a:rPr lang="en-US"/>
              <a:t> </a:t>
            </a:r>
            <a:r>
              <a:rPr lang="en-US"/>
              <a:t>A</a:t>
            </a:r>
            <a:r>
              <a:rPr lang="en-US"/>
              <a:t>c</a:t>
            </a:r>
            <a:r>
              <a:rPr lang="en-US"/>
              <a:t>t</a:t>
            </a:r>
            <a:r>
              <a:rPr lang="en-US"/>
              <a:t> </a:t>
            </a:r>
            <a:r>
              <a:rPr lang="en-US"/>
              <a:t>)</a:t>
            </a:r>
            <a:r>
              <a:rPr lang="en-US"/>
              <a:t>1</a:t>
            </a:r>
            <a:r>
              <a:rPr lang="en-US"/>
              <a:t>9</a:t>
            </a:r>
            <a:r>
              <a:rPr lang="en-US"/>
              <a:t>5</a:t>
            </a:r>
            <a:r>
              <a:rPr lang="en-US"/>
              <a:t>3</a:t>
            </a:r>
            <a:r>
              <a:rPr lang="en-US"/>
              <a:t> </a:t>
            </a:r>
            <a:endParaRPr lang="en-IN"/>
          </a:p>
        </p:txBody>
      </p:sp>
      <p:sp>
        <p:nvSpPr>
          <p:cNvPr id="1048677" name=""/>
          <p:cNvSpPr>
            <a:spLocks noGrp="1"/>
          </p:cNvSpPr>
          <p:nvPr>
            <p:ph idx="1"/>
          </p:nvPr>
        </p:nvSpPr>
        <p:spPr/>
        <p:txBody>
          <a:bodyPr/>
          <a:p>
            <a:r>
              <a:rPr lang="en-US"/>
              <a:t>S</a:t>
            </a:r>
            <a:r>
              <a:rPr lang="en-US"/>
              <a:t>N</a:t>
            </a:r>
            <a:r>
              <a:rPr lang="en-US"/>
              <a:t>C</a:t>
            </a:r>
            <a:r>
              <a:rPr lang="en-US"/>
              <a:t> </a:t>
            </a:r>
            <a:r>
              <a:rPr lang="en-US"/>
              <a:t>f</a:t>
            </a:r>
            <a:r>
              <a:rPr lang="en-US"/>
              <a:t>u</a:t>
            </a:r>
            <a:r>
              <a:rPr lang="en-US"/>
              <a:t>n</a:t>
            </a:r>
            <a:r>
              <a:rPr lang="en-US"/>
              <a:t>c</a:t>
            </a:r>
            <a:r>
              <a:rPr lang="en-US"/>
              <a:t>t</a:t>
            </a:r>
            <a:r>
              <a:rPr lang="en-US"/>
              <a:t>i</a:t>
            </a:r>
            <a:r>
              <a:rPr lang="en-US"/>
              <a:t>o</a:t>
            </a:r>
            <a:r>
              <a:rPr lang="en-US"/>
              <a:t>n</a:t>
            </a:r>
            <a:r>
              <a:rPr lang="en-US"/>
              <a:t>i</a:t>
            </a:r>
            <a:r>
              <a:rPr lang="en-US"/>
              <a:t>n</a:t>
            </a:r>
            <a:r>
              <a:rPr lang="en-US"/>
              <a:t>g</a:t>
            </a:r>
            <a:r>
              <a:rPr lang="en-US"/>
              <a:t> </a:t>
            </a:r>
            <a:r>
              <a:rPr lang="en-US"/>
              <a:t>i</a:t>
            </a:r>
            <a:r>
              <a:rPr lang="en-US"/>
              <a:t>n</a:t>
            </a:r>
            <a:r>
              <a:rPr lang="en-US"/>
              <a:t> </a:t>
            </a:r>
            <a:r>
              <a:rPr lang="en-US"/>
              <a:t>e</a:t>
            </a:r>
            <a:r>
              <a:rPr lang="en-US"/>
              <a:t>a</a:t>
            </a:r>
            <a:r>
              <a:rPr lang="en-US"/>
              <a:t>c</a:t>
            </a:r>
            <a:r>
              <a:rPr lang="en-US"/>
              <a:t>h</a:t>
            </a:r>
            <a:r>
              <a:rPr lang="en-US"/>
              <a:t> </a:t>
            </a:r>
            <a:r>
              <a:rPr lang="en-US"/>
              <a:t>s</a:t>
            </a:r>
            <a:r>
              <a:rPr lang="en-US"/>
              <a:t>t</a:t>
            </a:r>
            <a:r>
              <a:rPr lang="en-US"/>
              <a:t>a</a:t>
            </a:r>
            <a:r>
              <a:rPr lang="en-US"/>
              <a:t>t</a:t>
            </a:r>
            <a:r>
              <a:rPr lang="en-US"/>
              <a:t>e</a:t>
            </a:r>
            <a:r>
              <a:rPr lang="en-US"/>
              <a:t> </a:t>
            </a:r>
            <a:r>
              <a:rPr lang="en-US"/>
              <a:t>n</a:t>
            </a:r>
            <a:r>
              <a:rPr lang="en-US"/>
              <a:t>u</a:t>
            </a:r>
            <a:r>
              <a:rPr lang="en-US"/>
              <a:t>r</a:t>
            </a:r>
            <a:r>
              <a:rPr lang="en-US"/>
              <a:t>s</a:t>
            </a:r>
            <a:r>
              <a:rPr lang="en-US"/>
              <a:t>i</a:t>
            </a:r>
            <a:r>
              <a:rPr lang="en-US"/>
              <a:t>ng </a:t>
            </a:r>
            <a:r>
              <a:rPr lang="en-US"/>
              <a:t>c</a:t>
            </a:r>
            <a:r>
              <a:rPr lang="en-US"/>
              <a:t>o</a:t>
            </a:r>
            <a:r>
              <a:rPr lang="en-US"/>
              <a:t>u</a:t>
            </a:r>
            <a:r>
              <a:rPr lang="en-US"/>
              <a:t>n</a:t>
            </a:r>
            <a:r>
              <a:rPr lang="en-US"/>
              <a:t>c</a:t>
            </a:r>
            <a:r>
              <a:rPr lang="en-US"/>
              <a:t>i</a:t>
            </a:r>
            <a:r>
              <a:rPr lang="en-US"/>
              <a:t>l</a:t>
            </a:r>
            <a:r>
              <a:rPr lang="en-US"/>
              <a:t> </a:t>
            </a:r>
            <a:r>
              <a:rPr lang="en-US"/>
              <a:t>a</a:t>
            </a:r>
            <a:r>
              <a:rPr lang="en-US"/>
              <a:t>r</a:t>
            </a:r>
            <a:r>
              <a:rPr lang="en-US"/>
              <a:t>e</a:t>
            </a:r>
            <a:r>
              <a:rPr lang="en-US"/>
              <a:t> </a:t>
            </a:r>
            <a:r>
              <a:rPr lang="en-US"/>
              <a:t>f</a:t>
            </a:r>
            <a:r>
              <a:rPr lang="en-US"/>
              <a:t>u</a:t>
            </a:r>
            <a:r>
              <a:rPr lang="en-US"/>
              <a:t>n</a:t>
            </a:r>
            <a:r>
              <a:rPr lang="en-US"/>
              <a:t>c</a:t>
            </a:r>
            <a:r>
              <a:rPr lang="en-US"/>
              <a:t>t</a:t>
            </a:r>
            <a:r>
              <a:rPr lang="en-US"/>
              <a:t>ioning </a:t>
            </a:r>
            <a:r>
              <a:rPr lang="en-US"/>
              <a:t>i</a:t>
            </a:r>
            <a:r>
              <a:rPr lang="en-US"/>
              <a:t>n</a:t>
            </a:r>
            <a:r>
              <a:rPr lang="en-US"/>
              <a:t> </a:t>
            </a:r>
            <a:r>
              <a:rPr lang="en-US"/>
              <a:t>e</a:t>
            </a:r>
            <a:r>
              <a:rPr lang="en-US"/>
              <a:t>a</a:t>
            </a:r>
            <a:r>
              <a:rPr lang="en-US"/>
              <a:t>c</a:t>
            </a:r>
            <a:r>
              <a:rPr lang="en-US"/>
              <a:t>h</a:t>
            </a:r>
            <a:r>
              <a:rPr lang="en-US"/>
              <a:t> </a:t>
            </a:r>
            <a:r>
              <a:rPr lang="en-US"/>
              <a:t>s</a:t>
            </a:r>
            <a:r>
              <a:rPr lang="en-US"/>
              <a:t>t</a:t>
            </a:r>
            <a:r>
              <a:rPr lang="en-US"/>
              <a:t>a</a:t>
            </a:r>
            <a:r>
              <a:rPr lang="en-US"/>
              <a:t>t</a:t>
            </a:r>
            <a:r>
              <a:rPr lang="en-US"/>
              <a:t>e</a:t>
            </a:r>
            <a:r>
              <a:rPr lang="en-US"/>
              <a:t> </a:t>
            </a:r>
            <a:r>
              <a:rPr lang="en-US"/>
              <a:t>o</a:t>
            </a:r>
            <a:r>
              <a:rPr lang="en-US"/>
              <a:t>f</a:t>
            </a:r>
            <a:r>
              <a:rPr lang="en-US"/>
              <a:t> </a:t>
            </a:r>
            <a:r>
              <a:rPr lang="en-US"/>
              <a:t>India </a:t>
            </a:r>
            <a:r>
              <a:rPr lang="en-US"/>
              <a:t>t</a:t>
            </a:r>
            <a:r>
              <a:rPr lang="en-US"/>
              <a:t>o</a:t>
            </a:r>
            <a:r>
              <a:rPr lang="en-US"/>
              <a:t> </a:t>
            </a:r>
            <a:r>
              <a:rPr lang="en-US"/>
              <a:t>r</a:t>
            </a:r>
            <a:r>
              <a:rPr lang="en-US"/>
              <a:t>e</a:t>
            </a:r>
            <a:r>
              <a:rPr lang="en-US"/>
              <a:t>g</a:t>
            </a:r>
            <a:r>
              <a:rPr lang="en-US"/>
              <a:t>u</a:t>
            </a:r>
            <a:r>
              <a:rPr lang="en-US"/>
              <a:t>l</a:t>
            </a:r>
            <a:r>
              <a:rPr lang="en-US"/>
              <a:t>a</a:t>
            </a:r>
            <a:r>
              <a:rPr lang="en-US"/>
              <a:t>t</a:t>
            </a:r>
            <a:r>
              <a:rPr lang="en-US"/>
              <a:t>e</a:t>
            </a:r>
            <a:r>
              <a:rPr lang="en-US"/>
              <a:t> </a:t>
            </a:r>
            <a:r>
              <a:rPr lang="en-US"/>
              <a:t>t</a:t>
            </a:r>
            <a:r>
              <a:rPr lang="en-US"/>
              <a:t>h</a:t>
            </a:r>
            <a:r>
              <a:rPr lang="en-US"/>
              <a:t>e</a:t>
            </a:r>
            <a:r>
              <a:rPr lang="en-US"/>
              <a:t> </a:t>
            </a:r>
            <a:r>
              <a:rPr lang="en-US"/>
              <a:t>e</a:t>
            </a:r>
            <a:r>
              <a:rPr lang="en-US"/>
              <a:t>ducation </a:t>
            </a:r>
            <a:r>
              <a:rPr lang="en-US"/>
              <a:t>,</a:t>
            </a:r>
            <a:r>
              <a:rPr lang="en-US"/>
              <a:t> registration</a:t>
            </a:r>
            <a:r>
              <a:rPr lang="en-US"/>
              <a:t>,</a:t>
            </a:r>
            <a:r>
              <a:rPr lang="en-US"/>
              <a:t>licensure and </a:t>
            </a:r>
            <a:r>
              <a:rPr lang="en-US"/>
              <a:t>p</a:t>
            </a:r>
            <a:r>
              <a:rPr lang="en-US"/>
              <a:t>r</a:t>
            </a:r>
            <a:r>
              <a:rPr lang="en-US"/>
              <a:t>a</a:t>
            </a:r>
            <a:r>
              <a:rPr lang="en-US"/>
              <a:t>c</a:t>
            </a:r>
            <a:r>
              <a:rPr lang="en-US"/>
              <a:t>t</a:t>
            </a:r>
            <a:r>
              <a:rPr lang="en-US"/>
              <a:t>ice </a:t>
            </a:r>
            <a:r>
              <a:rPr lang="en-US"/>
              <a:t>o</a:t>
            </a:r>
            <a:r>
              <a:rPr lang="en-US"/>
              <a:t>f</a:t>
            </a:r>
            <a:r>
              <a:rPr lang="en-US"/>
              <a:t> </a:t>
            </a:r>
            <a:r>
              <a:rPr lang="en-US"/>
              <a:t>n</a:t>
            </a:r>
            <a:r>
              <a:rPr lang="en-US"/>
              <a:t>u</a:t>
            </a:r>
            <a:r>
              <a:rPr lang="en-US"/>
              <a:t>r</a:t>
            </a:r>
            <a:r>
              <a:rPr lang="en-US"/>
              <a:t>s</a:t>
            </a:r>
            <a:r>
              <a:rPr lang="en-US"/>
              <a:t>e</a:t>
            </a:r>
            <a:r>
              <a:rPr lang="en-US"/>
              <a:t> </a:t>
            </a:r>
            <a:r>
              <a:rPr lang="en-US"/>
              <a:t>i</a:t>
            </a:r>
            <a:r>
              <a:rPr lang="en-US"/>
              <a:t>n</a:t>
            </a:r>
            <a:r>
              <a:rPr lang="en-US"/>
              <a:t> </a:t>
            </a:r>
            <a:r>
              <a:rPr lang="en-US"/>
              <a:t>r</a:t>
            </a:r>
            <a:r>
              <a:rPr lang="en-US"/>
              <a:t>e</a:t>
            </a:r>
            <a:r>
              <a:rPr lang="en-US"/>
              <a:t>s</a:t>
            </a:r>
            <a:r>
              <a:rPr lang="en-US"/>
              <a:t>p</a:t>
            </a:r>
            <a:r>
              <a:rPr lang="en-US"/>
              <a:t>e</a:t>
            </a:r>
            <a:r>
              <a:rPr lang="en-US"/>
              <a:t>c</a:t>
            </a:r>
            <a:r>
              <a:rPr lang="en-US"/>
              <a:t>t</a:t>
            </a:r>
            <a:r>
              <a:rPr lang="en-US"/>
              <a:t>ive </a:t>
            </a:r>
            <a:r>
              <a:rPr lang="en-US"/>
              <a:t>s</a:t>
            </a:r>
            <a:r>
              <a:rPr lang="en-US"/>
              <a:t>t</a:t>
            </a:r>
            <a:r>
              <a:rPr lang="en-US"/>
              <a:t>a</a:t>
            </a:r>
            <a:r>
              <a:rPr lang="en-US"/>
              <a:t>t</a:t>
            </a:r>
            <a:r>
              <a:rPr lang="en-US"/>
              <a:t>e</a:t>
            </a:r>
            <a:r>
              <a:rPr lang="en-US"/>
              <a:t>s</a:t>
            </a:r>
            <a:r>
              <a:rPr lang="en-US"/>
              <a:t>.</a:t>
            </a:r>
            <a:endParaRPr lang="en-IN"/>
          </a:p>
          <a:p>
            <a:endParaRPr lang="en-I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679" name=""/>
          <p:cNvSpPr>
            <a:spLocks noGrp="1"/>
          </p:cNvSpPr>
          <p:nvPr>
            <p:ph type="title"/>
          </p:nvPr>
        </p:nvSpPr>
        <p:spPr/>
        <p:txBody>
          <a:bodyPr/>
          <a:p>
            <a:r>
              <a:rPr lang="en-US"/>
              <a:t>F</a:t>
            </a:r>
            <a:r>
              <a:rPr lang="en-US"/>
              <a:t>u</a:t>
            </a:r>
            <a:r>
              <a:rPr lang="en-US"/>
              <a:t>n</a:t>
            </a:r>
            <a:r>
              <a:rPr lang="en-US"/>
              <a:t>c</a:t>
            </a:r>
            <a:r>
              <a:rPr lang="en-US"/>
              <a:t>t</a:t>
            </a:r>
            <a:r>
              <a:rPr lang="en-US"/>
              <a:t>ion </a:t>
            </a:r>
            <a:r>
              <a:rPr lang="en-US"/>
              <a:t>o</a:t>
            </a:r>
            <a:r>
              <a:rPr lang="en-US"/>
              <a:t>f</a:t>
            </a:r>
            <a:r>
              <a:rPr lang="en-US"/>
              <a:t> </a:t>
            </a:r>
            <a:r>
              <a:rPr lang="en-US"/>
              <a:t>S</a:t>
            </a:r>
            <a:r>
              <a:rPr lang="en-US"/>
              <a:t>N</a:t>
            </a:r>
            <a:r>
              <a:rPr lang="en-US"/>
              <a:t>C</a:t>
            </a:r>
            <a:endParaRPr lang="en-IN"/>
          </a:p>
        </p:txBody>
      </p:sp>
      <p:sp>
        <p:nvSpPr>
          <p:cNvPr id="1048680" name=""/>
          <p:cNvSpPr>
            <a:spLocks noGrp="1"/>
          </p:cNvSpPr>
          <p:nvPr>
            <p:ph idx="1"/>
          </p:nvPr>
        </p:nvSpPr>
        <p:spPr/>
        <p:txBody>
          <a:bodyPr>
            <a:normAutofit fontScale="92857" lnSpcReduction="20000"/>
          </a:bodyPr>
          <a:p>
            <a:r>
              <a:rPr lang="en-US"/>
              <a:t>T</a:t>
            </a:r>
            <a:r>
              <a:rPr lang="en-US"/>
              <a:t>o</a:t>
            </a:r>
            <a:r>
              <a:rPr lang="en-US"/>
              <a:t> give</a:t>
            </a:r>
            <a:r>
              <a:rPr lang="en-US"/>
              <a:t> </a:t>
            </a:r>
            <a:r>
              <a:rPr lang="en-US"/>
              <a:t>registratio</a:t>
            </a:r>
            <a:r>
              <a:rPr lang="en-US"/>
              <a:t>n</a:t>
            </a:r>
            <a:r>
              <a:rPr lang="en-US"/>
              <a:t> </a:t>
            </a:r>
            <a:r>
              <a:rPr lang="en-US"/>
              <a:t>t</a:t>
            </a:r>
            <a:r>
              <a:rPr lang="en-US"/>
              <a:t>o</a:t>
            </a:r>
            <a:r>
              <a:rPr lang="en-US"/>
              <a:t> </a:t>
            </a:r>
            <a:r>
              <a:rPr lang="en-US"/>
              <a:t>n</a:t>
            </a:r>
            <a:r>
              <a:rPr lang="en-US"/>
              <a:t>u</a:t>
            </a:r>
            <a:r>
              <a:rPr lang="en-US"/>
              <a:t>r</a:t>
            </a:r>
            <a:r>
              <a:rPr lang="en-US"/>
              <a:t>s</a:t>
            </a:r>
            <a:r>
              <a:rPr lang="en-US"/>
              <a:t>e</a:t>
            </a:r>
            <a:r>
              <a:rPr lang="en-US"/>
              <a:t>s</a:t>
            </a:r>
            <a:r>
              <a:rPr lang="en-US"/>
              <a:t> </a:t>
            </a:r>
            <a:r>
              <a:rPr lang="en-US"/>
              <a:t>a</a:t>
            </a:r>
            <a:r>
              <a:rPr lang="en-US"/>
              <a:t>n</a:t>
            </a:r>
            <a:r>
              <a:rPr lang="en-US"/>
              <a:t>d</a:t>
            </a:r>
            <a:r>
              <a:rPr lang="en-US"/>
              <a:t> </a:t>
            </a:r>
            <a:r>
              <a:rPr lang="en-US"/>
              <a:t>m</a:t>
            </a:r>
            <a:r>
              <a:rPr lang="en-US"/>
              <a:t>i</a:t>
            </a:r>
            <a:r>
              <a:rPr lang="en-US"/>
              <a:t>d</a:t>
            </a:r>
            <a:r>
              <a:rPr lang="en-US"/>
              <a:t>w</a:t>
            </a:r>
            <a:r>
              <a:rPr lang="en-US"/>
              <a:t>i</a:t>
            </a:r>
            <a:r>
              <a:rPr lang="en-US"/>
              <a:t>v</a:t>
            </a:r>
            <a:r>
              <a:rPr lang="en-US"/>
              <a:t>e</a:t>
            </a:r>
            <a:r>
              <a:rPr lang="en-US"/>
              <a:t>s</a:t>
            </a:r>
            <a:r>
              <a:rPr lang="en-US"/>
              <a:t> </a:t>
            </a:r>
            <a:r>
              <a:rPr lang="en-US"/>
              <a:t>w</a:t>
            </a:r>
            <a:r>
              <a:rPr lang="en-US"/>
              <a:t>h</a:t>
            </a:r>
            <a:r>
              <a:rPr lang="en-US"/>
              <a:t>o</a:t>
            </a:r>
            <a:r>
              <a:rPr lang="en-US"/>
              <a:t> </a:t>
            </a:r>
            <a:r>
              <a:rPr lang="en-US"/>
              <a:t>h</a:t>
            </a:r>
            <a:r>
              <a:rPr lang="en-US"/>
              <a:t>a</a:t>
            </a:r>
            <a:r>
              <a:rPr lang="en-US"/>
              <a:t>d</a:t>
            </a:r>
            <a:r>
              <a:rPr lang="en-US"/>
              <a:t> </a:t>
            </a:r>
            <a:r>
              <a:rPr lang="en-US"/>
              <a:t>u</a:t>
            </a:r>
            <a:r>
              <a:rPr lang="en-US"/>
              <a:t>n</a:t>
            </a:r>
            <a:r>
              <a:rPr lang="en-US"/>
              <a:t>d</a:t>
            </a:r>
            <a:r>
              <a:rPr lang="en-US"/>
              <a:t>e</a:t>
            </a:r>
            <a:r>
              <a:rPr lang="en-US"/>
              <a:t>r</a:t>
            </a:r>
            <a:r>
              <a:rPr lang="en-US"/>
              <a:t>gone </a:t>
            </a:r>
            <a:r>
              <a:rPr lang="en-US"/>
              <a:t> </a:t>
            </a:r>
            <a:r>
              <a:rPr lang="en-US"/>
              <a:t>t</a:t>
            </a:r>
            <a:r>
              <a:rPr lang="en-US"/>
              <a:t>h</a:t>
            </a:r>
            <a:r>
              <a:rPr lang="en-US"/>
              <a:t>e</a:t>
            </a:r>
            <a:r>
              <a:rPr lang="en-US"/>
              <a:t>i</a:t>
            </a:r>
            <a:r>
              <a:rPr lang="en-US"/>
              <a:t>r</a:t>
            </a:r>
            <a:r>
              <a:rPr lang="en-US"/>
              <a:t> training </a:t>
            </a:r>
            <a:r>
              <a:rPr lang="en-US"/>
              <a:t>f</a:t>
            </a:r>
            <a:r>
              <a:rPr lang="en-US"/>
              <a:t>r</a:t>
            </a:r>
            <a:r>
              <a:rPr lang="en-US"/>
              <a:t>o</a:t>
            </a:r>
            <a:r>
              <a:rPr lang="en-US"/>
              <a:t>m</a:t>
            </a:r>
            <a:r>
              <a:rPr lang="en-US"/>
              <a:t> </a:t>
            </a:r>
            <a:r>
              <a:rPr lang="en-US"/>
              <a:t>r</a:t>
            </a:r>
            <a:r>
              <a:rPr lang="en-US"/>
              <a:t>e</a:t>
            </a:r>
            <a:r>
              <a:rPr lang="en-US"/>
              <a:t>c</a:t>
            </a:r>
            <a:r>
              <a:rPr lang="en-US"/>
              <a:t>o</a:t>
            </a:r>
            <a:r>
              <a:rPr lang="en-US"/>
              <a:t>g</a:t>
            </a:r>
            <a:r>
              <a:rPr lang="en-US"/>
              <a:t>n</a:t>
            </a:r>
            <a:r>
              <a:rPr lang="en-US"/>
              <a:t>i</a:t>
            </a:r>
            <a:r>
              <a:rPr lang="en-US"/>
              <a:t>z</a:t>
            </a:r>
            <a:r>
              <a:rPr lang="en-US"/>
              <a:t>e</a:t>
            </a:r>
            <a:r>
              <a:rPr lang="en-US"/>
              <a:t>d</a:t>
            </a:r>
            <a:r>
              <a:rPr lang="en-US"/>
              <a:t> </a:t>
            </a:r>
            <a:r>
              <a:rPr lang="en-US"/>
              <a:t>i</a:t>
            </a:r>
            <a:r>
              <a:rPr lang="en-US"/>
              <a:t>n</a:t>
            </a:r>
            <a:r>
              <a:rPr lang="en-US"/>
              <a:t>s</a:t>
            </a:r>
            <a:r>
              <a:rPr lang="en-US"/>
              <a:t>t</a:t>
            </a:r>
            <a:r>
              <a:rPr lang="en-US"/>
              <a:t>i</a:t>
            </a:r>
            <a:r>
              <a:rPr lang="en-US"/>
              <a:t>tutions</a:t>
            </a:r>
            <a:r>
              <a:rPr lang="en-US"/>
              <a:t>.</a:t>
            </a:r>
            <a:endParaRPr lang="en-IN"/>
          </a:p>
          <a:p>
            <a:r>
              <a:rPr lang="en-US"/>
              <a:t>T</a:t>
            </a:r>
            <a:r>
              <a:rPr lang="en-US"/>
              <a:t>o</a:t>
            </a:r>
            <a:r>
              <a:rPr lang="en-US"/>
              <a:t> </a:t>
            </a:r>
            <a:r>
              <a:rPr lang="en-US"/>
              <a:t>c</a:t>
            </a:r>
            <a:r>
              <a:rPr lang="en-US"/>
              <a:t>o</a:t>
            </a:r>
            <a:r>
              <a:rPr lang="en-US"/>
              <a:t>n</a:t>
            </a:r>
            <a:r>
              <a:rPr lang="en-US"/>
              <a:t>d</a:t>
            </a:r>
            <a:r>
              <a:rPr lang="en-US"/>
              <a:t>u</a:t>
            </a:r>
            <a:r>
              <a:rPr lang="en-US"/>
              <a:t>c</a:t>
            </a:r>
            <a:r>
              <a:rPr lang="en-US"/>
              <a:t>t</a:t>
            </a:r>
            <a:r>
              <a:rPr lang="en-US"/>
              <a:t> </a:t>
            </a:r>
            <a:r>
              <a:rPr lang="en-US"/>
              <a:t>e</a:t>
            </a:r>
            <a:r>
              <a:rPr lang="en-US"/>
              <a:t>x</a:t>
            </a:r>
            <a:r>
              <a:rPr lang="en-US"/>
              <a:t>a</a:t>
            </a:r>
            <a:r>
              <a:rPr lang="en-US"/>
              <a:t>m</a:t>
            </a:r>
            <a:r>
              <a:rPr lang="en-US"/>
              <a:t>i</a:t>
            </a:r>
            <a:r>
              <a:rPr lang="en-US"/>
              <a:t>n</a:t>
            </a:r>
            <a:r>
              <a:rPr lang="en-US"/>
              <a:t>a</a:t>
            </a:r>
            <a:r>
              <a:rPr lang="en-US"/>
              <a:t>t</a:t>
            </a:r>
            <a:r>
              <a:rPr lang="en-US"/>
              <a:t>i</a:t>
            </a:r>
            <a:r>
              <a:rPr lang="en-US"/>
              <a:t>o</a:t>
            </a:r>
            <a:r>
              <a:rPr lang="en-US"/>
              <a:t>n</a:t>
            </a:r>
            <a:r>
              <a:rPr lang="en-US"/>
              <a:t>s</a:t>
            </a:r>
            <a:r>
              <a:rPr lang="en-US"/>
              <a:t> </a:t>
            </a:r>
            <a:r>
              <a:rPr lang="en-US"/>
              <a:t>f</a:t>
            </a:r>
            <a:r>
              <a:rPr lang="en-US"/>
              <a:t>o</a:t>
            </a:r>
            <a:r>
              <a:rPr lang="en-US"/>
              <a:t>r</a:t>
            </a:r>
            <a:r>
              <a:rPr lang="en-US"/>
              <a:t> </a:t>
            </a:r>
            <a:r>
              <a:rPr lang="en-US"/>
              <a:t>G</a:t>
            </a:r>
            <a:r>
              <a:rPr lang="en-US"/>
              <a:t>N</a:t>
            </a:r>
            <a:r>
              <a:rPr lang="en-US"/>
              <a:t>M</a:t>
            </a:r>
            <a:r>
              <a:rPr lang="en-US"/>
              <a:t>,</a:t>
            </a:r>
            <a:r>
              <a:rPr lang="en-US"/>
              <a:t>A</a:t>
            </a:r>
            <a:r>
              <a:rPr lang="en-US"/>
              <a:t>N</a:t>
            </a:r>
            <a:r>
              <a:rPr lang="en-US"/>
              <a:t>M</a:t>
            </a:r>
            <a:r>
              <a:rPr lang="en-US"/>
              <a:t>,</a:t>
            </a:r>
            <a:r>
              <a:rPr lang="en-US"/>
              <a:t>p</a:t>
            </a:r>
            <a:r>
              <a:rPr lang="en-US"/>
              <a:t>o</a:t>
            </a:r>
            <a:r>
              <a:rPr lang="en-US"/>
              <a:t>s</a:t>
            </a:r>
            <a:r>
              <a:rPr lang="en-US"/>
              <a:t>t</a:t>
            </a:r>
            <a:r>
              <a:rPr lang="en-US"/>
              <a:t> </a:t>
            </a:r>
            <a:r>
              <a:rPr lang="en-US"/>
              <a:t>b</a:t>
            </a:r>
            <a:r>
              <a:rPr lang="en-US"/>
              <a:t>a</a:t>
            </a:r>
            <a:r>
              <a:rPr lang="en-US"/>
              <a:t>s</a:t>
            </a:r>
            <a:r>
              <a:rPr lang="en-US"/>
              <a:t>i</a:t>
            </a:r>
            <a:r>
              <a:rPr lang="en-US"/>
              <a:t>c</a:t>
            </a:r>
            <a:r>
              <a:rPr lang="en-US"/>
              <a:t> </a:t>
            </a:r>
            <a:r>
              <a:rPr lang="en-US"/>
              <a:t>Diplo</a:t>
            </a:r>
            <a:r>
              <a:rPr lang="en-US"/>
              <a:t>m</a:t>
            </a:r>
            <a:r>
              <a:rPr lang="en-US"/>
              <a:t>a</a:t>
            </a:r>
            <a:r>
              <a:rPr lang="en-US"/>
              <a:t> </a:t>
            </a:r>
            <a:r>
              <a:rPr lang="en-US"/>
              <a:t>c</a:t>
            </a:r>
            <a:r>
              <a:rPr lang="en-US"/>
              <a:t>o</a:t>
            </a:r>
            <a:r>
              <a:rPr lang="en-US"/>
              <a:t>u</a:t>
            </a:r>
            <a:r>
              <a:rPr lang="en-US"/>
              <a:t>r</a:t>
            </a:r>
            <a:r>
              <a:rPr lang="en-US"/>
              <a:t>s</a:t>
            </a:r>
            <a:r>
              <a:rPr lang="en-US"/>
              <a:t>e</a:t>
            </a:r>
            <a:r>
              <a:rPr lang="en-US"/>
              <a:t>s</a:t>
            </a:r>
            <a:r>
              <a:rPr lang="en-US"/>
              <a:t> </a:t>
            </a:r>
            <a:r>
              <a:rPr lang="en-US"/>
              <a:t>a</a:t>
            </a:r>
            <a:r>
              <a:rPr lang="en-US"/>
              <a:t>n</a:t>
            </a:r>
            <a:r>
              <a:rPr lang="en-US"/>
              <a:t>d</a:t>
            </a:r>
            <a:r>
              <a:rPr lang="en-US"/>
              <a:t> </a:t>
            </a:r>
            <a:r>
              <a:rPr lang="en-US"/>
              <a:t>h</a:t>
            </a:r>
            <a:r>
              <a:rPr lang="en-US"/>
              <a:t>e</a:t>
            </a:r>
            <a:r>
              <a:rPr lang="en-US"/>
              <a:t>a</a:t>
            </a:r>
            <a:r>
              <a:rPr lang="en-US"/>
              <a:t>lth </a:t>
            </a:r>
            <a:r>
              <a:rPr lang="en-US"/>
              <a:t>s</a:t>
            </a:r>
            <a:r>
              <a:rPr lang="en-US"/>
              <a:t>u</a:t>
            </a:r>
            <a:r>
              <a:rPr lang="en-US"/>
              <a:t>p</a:t>
            </a:r>
            <a:r>
              <a:rPr lang="en-US"/>
              <a:t>e</a:t>
            </a:r>
            <a:r>
              <a:rPr lang="en-US"/>
              <a:t>r</a:t>
            </a:r>
            <a:r>
              <a:rPr lang="en-US"/>
              <a:t>v</a:t>
            </a:r>
            <a:r>
              <a:rPr lang="en-US"/>
              <a:t>i</a:t>
            </a:r>
            <a:r>
              <a:rPr lang="en-US"/>
              <a:t>s</a:t>
            </a:r>
            <a:r>
              <a:rPr lang="en-US"/>
              <a:t>o</a:t>
            </a:r>
            <a:r>
              <a:rPr lang="en-US"/>
              <a:t>r</a:t>
            </a:r>
            <a:r>
              <a:rPr lang="en-US"/>
              <a:t> </a:t>
            </a:r>
            <a:r>
              <a:rPr lang="en-US"/>
              <a:t>c</a:t>
            </a:r>
            <a:r>
              <a:rPr lang="en-US"/>
              <a:t>o</a:t>
            </a:r>
            <a:r>
              <a:rPr lang="en-US"/>
              <a:t>u</a:t>
            </a:r>
            <a:r>
              <a:rPr lang="en-US"/>
              <a:t>r</a:t>
            </a:r>
            <a:r>
              <a:rPr lang="en-US"/>
              <a:t>s</a:t>
            </a:r>
            <a:r>
              <a:rPr lang="en-US"/>
              <a:t>e</a:t>
            </a:r>
            <a:r>
              <a:rPr lang="en-US"/>
              <a:t>s</a:t>
            </a:r>
            <a:r>
              <a:rPr lang="en-US"/>
              <a:t>.</a:t>
            </a:r>
            <a:endParaRPr lang="en-IN"/>
          </a:p>
          <a:p>
            <a:r>
              <a:rPr lang="en-US"/>
              <a:t>T</a:t>
            </a:r>
            <a:r>
              <a:rPr lang="en-US"/>
              <a:t>o</a:t>
            </a:r>
            <a:r>
              <a:rPr lang="en-US"/>
              <a:t> </a:t>
            </a:r>
            <a:r>
              <a:rPr lang="en-US"/>
              <a:t>c</a:t>
            </a:r>
            <a:r>
              <a:rPr lang="en-US"/>
              <a:t>o</a:t>
            </a:r>
            <a:r>
              <a:rPr lang="en-US"/>
              <a:t>n</a:t>
            </a:r>
            <a:r>
              <a:rPr lang="en-US"/>
              <a:t>d</a:t>
            </a:r>
            <a:r>
              <a:rPr lang="en-US"/>
              <a:t>u</a:t>
            </a:r>
            <a:r>
              <a:rPr lang="en-US"/>
              <a:t>c</a:t>
            </a:r>
            <a:r>
              <a:rPr lang="en-US"/>
              <a:t>t</a:t>
            </a:r>
            <a:r>
              <a:rPr lang="en-US"/>
              <a:t> </a:t>
            </a:r>
            <a:r>
              <a:rPr lang="en-US"/>
              <a:t>u</a:t>
            </a:r>
            <a:r>
              <a:rPr lang="en-US"/>
              <a:t>n</a:t>
            </a:r>
            <a:r>
              <a:rPr lang="en-US"/>
              <a:t>d</a:t>
            </a:r>
            <a:r>
              <a:rPr lang="en-US"/>
              <a:t>e</a:t>
            </a:r>
            <a:r>
              <a:rPr lang="en-US"/>
              <a:t>r</a:t>
            </a:r>
            <a:r>
              <a:rPr lang="en-US"/>
              <a:t>g</a:t>
            </a:r>
            <a:r>
              <a:rPr lang="en-US"/>
              <a:t>r</a:t>
            </a:r>
            <a:r>
              <a:rPr lang="en-US"/>
              <a:t>a</a:t>
            </a:r>
            <a:r>
              <a:rPr lang="en-US"/>
              <a:t>d</a:t>
            </a:r>
            <a:r>
              <a:rPr lang="en-US"/>
              <a:t>u</a:t>
            </a:r>
            <a:r>
              <a:rPr lang="en-US"/>
              <a:t>ate </a:t>
            </a:r>
            <a:r>
              <a:rPr lang="en-US"/>
              <a:t>c</a:t>
            </a:r>
            <a:r>
              <a:rPr lang="en-US"/>
              <a:t>o</a:t>
            </a:r>
            <a:r>
              <a:rPr lang="en-US"/>
              <a:t>u</a:t>
            </a:r>
            <a:r>
              <a:rPr lang="en-US"/>
              <a:t>r</a:t>
            </a:r>
            <a:r>
              <a:rPr lang="en-US"/>
              <a:t>s</a:t>
            </a:r>
            <a:r>
              <a:rPr lang="en-US"/>
              <a:t>e</a:t>
            </a:r>
            <a:r>
              <a:rPr lang="en-US"/>
              <a:t>s</a:t>
            </a:r>
            <a:r>
              <a:rPr lang="en-US"/>
              <a:t> </a:t>
            </a:r>
            <a:r>
              <a:rPr lang="en-US"/>
              <a:t>a</a:t>
            </a:r>
            <a:r>
              <a:rPr lang="en-US"/>
              <a:t>n</a:t>
            </a:r>
            <a:r>
              <a:rPr lang="en-US"/>
              <a:t>d</a:t>
            </a:r>
            <a:r>
              <a:rPr lang="en-US"/>
              <a:t> </a:t>
            </a:r>
            <a:r>
              <a:rPr lang="en-US"/>
              <a:t>t</a:t>
            </a:r>
            <a:r>
              <a:rPr lang="en-US"/>
              <a:t>o</a:t>
            </a:r>
            <a:r>
              <a:rPr lang="en-US"/>
              <a:t> </a:t>
            </a:r>
            <a:r>
              <a:rPr lang="en-US"/>
              <a:t>i</a:t>
            </a:r>
            <a:r>
              <a:rPr lang="en-US"/>
              <a:t>s</a:t>
            </a:r>
            <a:r>
              <a:rPr lang="en-US"/>
              <a:t>s</a:t>
            </a:r>
            <a:r>
              <a:rPr lang="en-US"/>
              <a:t>u</a:t>
            </a:r>
            <a:r>
              <a:rPr lang="en-US"/>
              <a:t>e</a:t>
            </a:r>
            <a:r>
              <a:rPr lang="en-US"/>
              <a:t> </a:t>
            </a:r>
            <a:r>
              <a:rPr lang="en-US"/>
              <a:t>d</a:t>
            </a:r>
            <a:r>
              <a:rPr lang="en-US"/>
              <a:t>i</a:t>
            </a:r>
            <a:r>
              <a:rPr lang="en-US"/>
              <a:t>p</a:t>
            </a:r>
            <a:r>
              <a:rPr lang="en-US"/>
              <a:t>l</a:t>
            </a:r>
            <a:r>
              <a:rPr lang="en-US"/>
              <a:t>o</a:t>
            </a:r>
            <a:r>
              <a:rPr lang="en-US"/>
              <a:t>m</a:t>
            </a:r>
            <a:r>
              <a:rPr lang="en-US"/>
              <a:t>a</a:t>
            </a:r>
            <a:r>
              <a:rPr lang="en-US"/>
              <a:t> </a:t>
            </a:r>
            <a:r>
              <a:rPr lang="en-US"/>
              <a:t>a</a:t>
            </a:r>
            <a:r>
              <a:rPr lang="en-US"/>
              <a:t>n</a:t>
            </a:r>
            <a:r>
              <a:rPr lang="en-US"/>
              <a:t>d</a:t>
            </a:r>
            <a:r>
              <a:rPr lang="en-US"/>
              <a:t> </a:t>
            </a:r>
            <a:r>
              <a:rPr lang="en-US"/>
              <a:t>r</a:t>
            </a:r>
            <a:r>
              <a:rPr lang="en-US"/>
              <a:t>e</a:t>
            </a:r>
            <a:r>
              <a:rPr lang="en-US"/>
              <a:t>g</a:t>
            </a:r>
            <a:r>
              <a:rPr lang="en-US"/>
              <a:t>i</a:t>
            </a:r>
            <a:r>
              <a:rPr lang="en-US"/>
              <a:t>stration </a:t>
            </a:r>
            <a:r>
              <a:rPr lang="en-US"/>
              <a:t>c</a:t>
            </a:r>
            <a:r>
              <a:rPr lang="en-US"/>
              <a:t>e</a:t>
            </a:r>
            <a:r>
              <a:rPr lang="en-US"/>
              <a:t>r</a:t>
            </a:r>
            <a:r>
              <a:rPr lang="en-US"/>
              <a:t>tificate</a:t>
            </a:r>
            <a:r>
              <a:rPr lang="en-US"/>
              <a:t>.</a:t>
            </a:r>
            <a:endParaRPr lang="en-IN"/>
          </a:p>
          <a:p>
            <a:r>
              <a:rPr lang="en-US"/>
              <a:t>P</a:t>
            </a:r>
            <a:r>
              <a:rPr lang="en-US"/>
              <a:t>o</a:t>
            </a:r>
            <a:r>
              <a:rPr lang="en-US"/>
              <a:t>w</a:t>
            </a:r>
            <a:r>
              <a:rPr lang="en-US"/>
              <a:t>e</a:t>
            </a:r>
            <a:r>
              <a:rPr lang="en-US"/>
              <a:t>r</a:t>
            </a:r>
            <a:r>
              <a:rPr lang="en-US"/>
              <a:t> </a:t>
            </a:r>
            <a:r>
              <a:rPr lang="en-US"/>
              <a:t>t</a:t>
            </a:r>
            <a:r>
              <a:rPr lang="en-US"/>
              <a:t>o</a:t>
            </a:r>
            <a:r>
              <a:rPr lang="en-US"/>
              <a:t> </a:t>
            </a:r>
            <a:r>
              <a:rPr lang="en-US"/>
              <a:t>w</a:t>
            </a:r>
            <a:r>
              <a:rPr lang="en-US"/>
              <a:t>i</a:t>
            </a:r>
            <a:r>
              <a:rPr lang="en-US"/>
              <a:t>t</a:t>
            </a:r>
            <a:r>
              <a:rPr lang="en-US"/>
              <a:t>h</a:t>
            </a:r>
            <a:r>
              <a:rPr lang="en-US"/>
              <a:t>d</a:t>
            </a:r>
            <a:r>
              <a:rPr lang="en-US"/>
              <a:t>r</a:t>
            </a:r>
            <a:r>
              <a:rPr lang="en-US"/>
              <a:t>a</a:t>
            </a:r>
            <a:r>
              <a:rPr lang="en-US"/>
              <a:t>w</a:t>
            </a:r>
            <a:r>
              <a:rPr lang="en-US"/>
              <a:t> </a:t>
            </a:r>
            <a:r>
              <a:rPr lang="en-US"/>
              <a:t>t</a:t>
            </a:r>
            <a:r>
              <a:rPr lang="en-US"/>
              <a:t>h</a:t>
            </a:r>
            <a:r>
              <a:rPr lang="en-US"/>
              <a:t>e</a:t>
            </a:r>
            <a:r>
              <a:rPr lang="en-US"/>
              <a:t> </a:t>
            </a:r>
            <a:r>
              <a:rPr lang="en-US"/>
              <a:t>r</a:t>
            </a:r>
            <a:r>
              <a:rPr lang="en-US"/>
              <a:t>e</a:t>
            </a:r>
            <a:r>
              <a:rPr lang="en-US"/>
              <a:t>c</a:t>
            </a:r>
            <a:r>
              <a:rPr lang="en-US"/>
              <a:t>o</a:t>
            </a:r>
            <a:r>
              <a:rPr lang="en-US"/>
              <a:t>gnition </a:t>
            </a:r>
            <a:r>
              <a:rPr lang="en-US"/>
              <a:t>o</a:t>
            </a:r>
            <a:r>
              <a:rPr lang="en-US"/>
              <a:t>f</a:t>
            </a:r>
            <a:r>
              <a:rPr lang="en-US"/>
              <a:t> </a:t>
            </a:r>
            <a:r>
              <a:rPr lang="en-US"/>
              <a:t>q</a:t>
            </a:r>
            <a:r>
              <a:rPr lang="en-US"/>
              <a:t>u</a:t>
            </a:r>
            <a:r>
              <a:rPr lang="en-US"/>
              <a:t>a</a:t>
            </a:r>
            <a:r>
              <a:rPr lang="en-US"/>
              <a:t>l</a:t>
            </a:r>
            <a:r>
              <a:rPr lang="en-US"/>
              <a:t>i</a:t>
            </a:r>
            <a:r>
              <a:rPr lang="en-US"/>
              <a:t>f</a:t>
            </a:r>
            <a:r>
              <a:rPr lang="en-US"/>
              <a:t>i</a:t>
            </a:r>
            <a:r>
              <a:rPr lang="en-US"/>
              <a:t>cation </a:t>
            </a:r>
            <a:r>
              <a:rPr lang="en-US"/>
              <a:t>i</a:t>
            </a:r>
            <a:r>
              <a:rPr lang="en-US"/>
              <a:t>n</a:t>
            </a:r>
            <a:r>
              <a:rPr lang="en-US"/>
              <a:t> </a:t>
            </a:r>
            <a:r>
              <a:rPr lang="en-US"/>
              <a:t>c</a:t>
            </a:r>
            <a:r>
              <a:rPr lang="en-US"/>
              <a:t>a</a:t>
            </a:r>
            <a:r>
              <a:rPr lang="en-US"/>
              <a:t>s</a:t>
            </a:r>
            <a:r>
              <a:rPr lang="en-US"/>
              <a:t>e</a:t>
            </a:r>
            <a:r>
              <a:rPr lang="en-US"/>
              <a:t> </a:t>
            </a:r>
            <a:r>
              <a:rPr lang="en-US"/>
              <a:t>o</a:t>
            </a:r>
            <a:r>
              <a:rPr lang="en-US"/>
              <a:t>f</a:t>
            </a:r>
            <a:r>
              <a:rPr lang="en-US"/>
              <a:t> </a:t>
            </a:r>
            <a:r>
              <a:rPr lang="en-US"/>
              <a:t>i</a:t>
            </a:r>
            <a:r>
              <a:rPr lang="en-US"/>
              <a:t>n</a:t>
            </a:r>
            <a:r>
              <a:rPr lang="en-US"/>
              <a:t>s</a:t>
            </a:r>
            <a:r>
              <a:rPr lang="en-US"/>
              <a:t>t</a:t>
            </a:r>
            <a:r>
              <a:rPr lang="en-US"/>
              <a:t>itution </a:t>
            </a:r>
            <a:r>
              <a:rPr lang="en-US"/>
              <a:t>f</a:t>
            </a:r>
            <a:r>
              <a:rPr lang="en-US"/>
              <a:t>a</a:t>
            </a:r>
            <a:r>
              <a:rPr lang="en-US"/>
              <a:t>i</a:t>
            </a:r>
            <a:r>
              <a:rPr lang="en-US"/>
              <a:t>l</a:t>
            </a:r>
            <a:r>
              <a:rPr lang="en-US"/>
              <a:t>s</a:t>
            </a:r>
            <a:r>
              <a:rPr lang="en-US"/>
              <a:t> </a:t>
            </a:r>
            <a:r>
              <a:rPr lang="en-US"/>
              <a:t>t</a:t>
            </a:r>
            <a:r>
              <a:rPr lang="en-US"/>
              <a:t>o</a:t>
            </a:r>
            <a:r>
              <a:rPr lang="en-US"/>
              <a:t> </a:t>
            </a:r>
            <a:r>
              <a:rPr lang="en-US"/>
              <a:t>m</a:t>
            </a:r>
            <a:r>
              <a:rPr lang="en-US"/>
              <a:t>a</a:t>
            </a:r>
            <a:r>
              <a:rPr lang="en-US"/>
              <a:t>i</a:t>
            </a:r>
            <a:r>
              <a:rPr lang="en-US"/>
              <a:t>n</a:t>
            </a:r>
            <a:r>
              <a:rPr lang="en-US"/>
              <a:t>t</a:t>
            </a:r>
            <a:r>
              <a:rPr lang="en-US"/>
              <a:t>a</a:t>
            </a:r>
            <a:r>
              <a:rPr lang="en-US"/>
              <a:t>i</a:t>
            </a:r>
            <a:r>
              <a:rPr lang="en-US"/>
              <a:t>n</a:t>
            </a:r>
            <a:r>
              <a:rPr lang="en-US"/>
              <a:t> </a:t>
            </a:r>
            <a:r>
              <a:rPr lang="en-US"/>
              <a:t>i</a:t>
            </a:r>
            <a:r>
              <a:rPr lang="en-US"/>
              <a:t>t</a:t>
            </a:r>
            <a:r>
              <a:rPr lang="en-US"/>
              <a:t>s</a:t>
            </a:r>
            <a:r>
              <a:rPr lang="en-US"/>
              <a:t> </a:t>
            </a:r>
            <a:r>
              <a:rPr lang="en-US"/>
              <a:t>s</a:t>
            </a:r>
            <a:r>
              <a:rPr lang="en-US"/>
              <a:t>t</a:t>
            </a:r>
            <a:r>
              <a:rPr lang="en-US"/>
              <a:t>a</a:t>
            </a:r>
            <a:r>
              <a:rPr lang="en-US"/>
              <a:t>n</a:t>
            </a:r>
            <a:r>
              <a:rPr lang="en-US"/>
              <a:t>d</a:t>
            </a:r>
            <a:r>
              <a:rPr lang="en-US"/>
              <a:t>a</a:t>
            </a:r>
            <a:r>
              <a:rPr lang="en-US"/>
              <a:t>r</a:t>
            </a:r>
            <a:r>
              <a:rPr lang="en-US"/>
              <a:t>ds</a:t>
            </a:r>
            <a:r>
              <a:rPr lang="en-US"/>
              <a:t>.</a:t>
            </a:r>
            <a:endParaRPr lang="en-I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pic>
        <p:nvPicPr>
          <p:cNvPr id="2097160" name=""/>
          <p:cNvPicPr>
            <a:picLocks/>
          </p:cNvPicPr>
          <p:nvPr/>
        </p:nvPicPr>
        <p:blipFill>
          <a:blip xmlns:r="http://schemas.openxmlformats.org/officeDocument/2006/relationships" r:embed="rId1"/>
          <a:stretch>
            <a:fillRect/>
          </a:stretch>
        </p:blipFill>
        <p:spPr>
          <a:xfrm rot="0">
            <a:off x="503938" y="326881"/>
            <a:ext cx="8081149" cy="6167253"/>
          </a:xfrm>
          <a:prstGeom prst="rect"/>
        </p:spPr>
      </p:pic>
    </p:spTree>
  </p:cSld>
  <p:clrMapOvr>
    <a:masterClrMapping/>
  </p:clrMapOvr>
</p:sld>
</file>

<file path=ppt/theme/theme1.xml><?xml version="1.0" encoding="utf-8"?>
<a:theme xmlns:a="http://schemas.openxmlformats.org/drawingml/2006/main" name="Office Theme">
  <a:themeElements>
    <a:clrScheme name="Office Them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Office</Application>
  <ScaleCrop>0</ScaleCrop>
  <LinksUpToDate>0</LinksUpToDate>
  <AppVersion>15.0000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SM-A146B</dc:creator>
  <dcterms:created xsi:type="dcterms:W3CDTF">2015-05-10T02:30:45Z</dcterms:created>
  <dcterms:modified xsi:type="dcterms:W3CDTF">2024-03-06T17:35:47Z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9eaa4cd623ce41bf99b21c54013f33e6</vt:lpwstr>
  </property>
</Properties>
</file>